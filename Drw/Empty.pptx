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DB815-9A8F-7937-FED1-8DC973B6D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E9D7A-8E73-8F45-7EA0-C66C08778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2813B-B16C-D94F-72C4-A19305DC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14910-3795-BB90-DB78-910AF75D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A73B8-DE8F-B21E-BFBC-B6FE0DC9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6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688CF-B66E-3519-D08D-BCA58893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02BB4-8254-2A60-E8CA-72D859543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2B79A-77C5-E96C-A98E-5720101C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4DDCE-8D80-924B-0434-F2688148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F5BA6-10F3-E971-856C-1008D402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1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1702E-5CE3-ED1D-BD55-6C9AA937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025A1-780A-9CCB-77DB-D714B201C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1C9C8-3716-733F-0E92-E2FCEE78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FA8A5-72FF-0704-3E97-3F7936E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BCE39-8AD2-0318-600E-E23EC821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7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FC00-BB90-F178-6F37-C4893864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F04FE-496F-D49C-2C24-898F7B552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AE16D-4A96-8687-94F1-2F0D3B439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16BA9-63DF-3900-356A-02CB20C45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59282-D5CB-6975-0768-351DA3D82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BABA9-7F8C-634B-8772-49B8EB6E9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39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04446-C1D8-E163-3FCD-59C6F276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76E28-CAC3-8F05-A425-3BBDB1590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12D03-2E1D-CBCE-E1BD-1188DE63B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61223B-BB23-8E81-B3D9-E385A4146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BFDDA9-52E1-E054-F6A1-C7CD7997A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534262-796D-5FBF-ABFE-F7D2F4C48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05C181-4A3B-4394-66A4-DFD56BCE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282B18-A408-7858-8FB1-18679E9F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1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8E83-42D8-0C11-B6B7-06F832A4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AB38B-7FF9-96DF-ECDD-8082217A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A3E50-0C28-46CC-6252-B240B300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930A5-DBF0-255F-0AFB-9B65289E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2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74C75-73C0-3660-F736-FFCB17CA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01688-FD6E-4DBF-74D6-85ADE4E00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E3FDC-3E4E-78DC-1058-5CA96310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9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74000-4BE6-0C87-AEF1-4D44B96E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FC37B-ACE7-78FC-FB18-308F52E3B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43802-AE2C-4C99-D396-E79DB2ECB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1D232-6229-8109-96D4-4975015B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7F2EB-D711-C821-BEBE-F5D6BD92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46C1A-8899-89F0-BD32-54508DED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8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A27D-F371-95AD-9135-86F4A125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7CC37C-EA82-7C7E-7118-2CFC1C385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4BF0C-F7E0-9B32-D4BF-313720FAA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1C29A-F49E-9825-9042-3045A753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EC044-056A-652B-A2E3-7A12A1D04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322E-FA5E-E34F-835A-DFB8269E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0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F4FF-690F-C473-D06F-3D4316EC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CE1A3-8EDE-80EE-E6B2-9711EEACE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2767B-1473-3D81-05B6-2CCF3337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1EB77-5652-DE20-7088-E267B04D9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06EE2-2FFF-1050-9A28-21ED7510C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5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F6E7C1-D15D-9279-FE5A-B7FB404401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7429A-C676-E94B-507F-DCD8953EB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5C868-6F3F-96F3-22BF-40B8439E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82A0-73CC-45E6-8D7D-045F8D7DE9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B8187-9198-B093-8603-8F21F720B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31F1A-FBF5-27EB-68B3-040745F5D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93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89FDE3-D715-34FA-C705-53AE0CA4E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4EF63-5FE6-9351-578C-8C19D6511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43D3D-1A04-4CD4-7D3E-F79DC972E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E82A0-73CC-45E6-8D7D-045F8D7DE9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23EE6-BF1D-1FE4-7CBD-8EF6C764D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9A0CF-63D4-477A-7FD4-056D54E2B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61913-A6B2-402D-BBF8-B02A81A3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4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891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69EA-612E-8E84-4E84-AD5984798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111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Siemens Digital Industries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Nouri, Behzad (DI SW EDA CIC R&amp;D SIM1 11)</dc:creator>
  <cp:lastModifiedBy>Nouri, Behzad (DI SW EDA CIC R&amp;D SIM1 11)</cp:lastModifiedBy>
  <cp:revision>1</cp:revision>
  <dcterms:created xsi:type="dcterms:W3CDTF">2026-02-26T03:40:03Z</dcterms:created>
  <dcterms:modified xsi:type="dcterms:W3CDTF">2026-02-26T03:40:29Z</dcterms:modified>
</cp:coreProperties>
</file>