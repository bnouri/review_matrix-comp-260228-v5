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9" r:id="rId2"/>
    <p:sldId id="260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35B34-C745-493F-BC98-BA82D3A8D164}" v="14" dt="2022-08-23T23:29:31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6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6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hzad Nouri" userId="7a31b03e-41e4-4c08-8da4-24f43cb7952b" providerId="ADAL" clId="{6AA35B34-C745-493F-BC98-BA82D3A8D164}"/>
    <pc:docChg chg="custSel addSld modSld">
      <pc:chgData name="Behzad Nouri" userId="7a31b03e-41e4-4c08-8da4-24f43cb7952b" providerId="ADAL" clId="{6AA35B34-C745-493F-BC98-BA82D3A8D164}" dt="2022-08-23T23:29:31.507" v="153" actId="164"/>
      <pc:docMkLst>
        <pc:docMk/>
      </pc:docMkLst>
      <pc:sldChg chg="addSp delSp modSp mod">
        <pc:chgData name="Behzad Nouri" userId="7a31b03e-41e4-4c08-8da4-24f43cb7952b" providerId="ADAL" clId="{6AA35B34-C745-493F-BC98-BA82D3A8D164}" dt="2022-08-23T23:29:31.507" v="153" actId="164"/>
        <pc:sldMkLst>
          <pc:docMk/>
          <pc:sldMk cId="3002125074" sldId="259"/>
        </pc:sldMkLst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4" creationId="{C4EADA57-6395-4C8E-A758-41B79B2CFE4E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5" creationId="{A6EA2230-E6DF-40F3-8581-B6714A647563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6" creationId="{9B59AB98-FBD8-4C86-A0E0-62B0A8A222B8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7" creationId="{A2985AC6-6758-4C62-8249-C0409E3AA38B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8" creationId="{C072F803-69C0-4623-B950-ED868241ABCD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29" creationId="{92E08BED-1DB6-4EDA-81F3-6518561544FA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35" creationId="{A86975F5-63E4-4141-916D-D7EE716A4289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36" creationId="{B4E1BFEB-C601-46EF-90E2-5A8A26CB8BD5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37" creationId="{A2010592-D1A6-46B1-BFA5-84E268DF1177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38" creationId="{04E1798D-8D65-45C5-8F3B-AA16E6A65332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6" creationId="{31427D5F-9DF6-44D6-941F-8617B08B865E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7" creationId="{7157071D-741F-4D60-A4C1-4EF91F4E632B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8" creationId="{A7AA4673-40C4-42E2-9A75-32423E05D107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9" creationId="{A3A26226-6A7B-4C1D-B6CA-2F404D0A7674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50" creationId="{6985EBA0-DA2E-4310-AE84-48B699689A8B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51" creationId="{A55EB902-6EF1-4E8B-9DD3-BD9C781A4F06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52" creationId="{EBC72671-EBB7-4BFA-95FE-0AF52521D557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53" creationId="{B1A64590-29C4-40E9-BCE6-9E8F0488928D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198" creationId="{2B1D52DF-7265-476B-B05E-B1825D4A3AB3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199" creationId="{8705A90E-FA9C-4670-9077-860CAED96223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200" creationId="{D8535CD4-D62E-43B4-A9FC-9DDF14F91046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205" creationId="{59D384B6-5C3E-4B9D-8F5D-516924425F9D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206" creationId="{1F162B82-D049-46C9-AE65-1CBE1B35D2A4}"/>
          </ac:spMkLst>
        </pc:spChg>
        <pc:spChg chg="del">
          <ac:chgData name="Behzad Nouri" userId="7a31b03e-41e4-4c08-8da4-24f43cb7952b" providerId="ADAL" clId="{6AA35B34-C745-493F-BC98-BA82D3A8D164}" dt="2022-08-23T23:22:10.719" v="9" actId="478"/>
          <ac:spMkLst>
            <pc:docMk/>
            <pc:sldMk cId="3002125074" sldId="259"/>
            <ac:spMk id="207" creationId="{7F7E8624-36DE-4203-A6A2-B76342867CAE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85" creationId="{B2AD17F6-FFDF-420C-AF29-889FAE8E0F0A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86" creationId="{5B11BDA2-982C-4270-9554-812D5F126170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96" creationId="{C6A6373B-B5BC-4990-9DCA-52A5E2BFD6BC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97" creationId="{905D8341-139B-4A08-B6BD-CDA51777ABB9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298" creationId="{D1B6A014-E78D-4868-B97B-99CE1A50DEC9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00" creationId="{5F15A403-1D36-46C3-873B-2C479E4B435E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44" creationId="{6FE304A1-EEE9-4403-B86F-669CA3753E9A}"/>
          </ac:spMkLst>
        </pc:spChg>
        <pc:spChg chg="mod">
          <ac:chgData name="Behzad Nouri" userId="7a31b03e-41e4-4c08-8da4-24f43cb7952b" providerId="ADAL" clId="{6AA35B34-C745-493F-BC98-BA82D3A8D164}" dt="2022-08-23T23:25:31.360" v="65" actId="1076"/>
          <ac:spMkLst>
            <pc:docMk/>
            <pc:sldMk cId="3002125074" sldId="259"/>
            <ac:spMk id="345" creationId="{F4604F4E-7A75-4814-8577-868C312FCE44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46" creationId="{A1F37578-5110-4C9A-A9BC-2C633A46B8D5}"/>
          </ac:spMkLst>
        </pc:spChg>
        <pc:spChg chg="mod">
          <ac:chgData name="Behzad Nouri" userId="7a31b03e-41e4-4c08-8da4-24f43cb7952b" providerId="ADAL" clId="{6AA35B34-C745-493F-BC98-BA82D3A8D164}" dt="2022-08-23T23:26:03.571" v="69" actId="1076"/>
          <ac:spMkLst>
            <pc:docMk/>
            <pc:sldMk cId="3002125074" sldId="259"/>
            <ac:spMk id="347" creationId="{BF7706F3-F501-4A26-8F19-7F031E5F0907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48" creationId="{2656052F-68BB-4029-8C63-6A99C893CCE0}"/>
          </ac:spMkLst>
        </pc:spChg>
        <pc:spChg chg="mod">
          <ac:chgData name="Behzad Nouri" userId="7a31b03e-41e4-4c08-8da4-24f43cb7952b" providerId="ADAL" clId="{6AA35B34-C745-493F-BC98-BA82D3A8D164}" dt="2022-08-23T23:22:30.628" v="35"/>
          <ac:spMkLst>
            <pc:docMk/>
            <pc:sldMk cId="3002125074" sldId="259"/>
            <ac:spMk id="365" creationId="{B845DEA9-67A4-405B-AF4E-A7499BA08CAA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17" creationId="{70708537-8D76-4F21-AFD8-89D25FAF12A8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18" creationId="{9AFB75E0-18EE-4DFD-AA72-CD1FD4E07B23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19" creationId="{AD9016F3-7DF8-4A34-8BD5-FCD63E2AFF30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0" creationId="{8A837AFB-A85C-46D6-B450-BBD51675E899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1" creationId="{38C24614-6CD7-4181-A531-1D95AD75EA24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2" creationId="{F1E1606F-E003-4951-AA7D-CE973088A801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8" creationId="{8E2ED54E-BF15-4842-96D0-C633B43932AA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29" creationId="{6676DDF8-25CA-4205-BFA7-51448532724E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30" creationId="{BF84DAF0-EF57-49F0-BFD4-64284016157D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31" creationId="{C84164D0-AD47-4881-BA98-10C32986361B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39" creationId="{858204A8-0AAE-4C05-B16A-5E061E7016CF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0" creationId="{4B517832-541F-42FB-9D6D-851E62C911E5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1" creationId="{08FF173D-CB84-412F-8F8B-76454E695F60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2" creationId="{D61C724D-BD06-47D0-94B0-6E6B47139DF8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3" creationId="{D987038B-E202-4A48-BCC4-DBBE2186D9AC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4" creationId="{AAA28940-6A22-409A-A66E-6C0C5E0E5FE1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5" creationId="{811C61E1-9842-43E8-97B1-E021F2E3FFCE}"/>
          </ac:spMkLst>
        </pc:spChg>
        <pc:spChg chg="mod">
          <ac:chgData name="Behzad Nouri" userId="7a31b03e-41e4-4c08-8da4-24f43cb7952b" providerId="ADAL" clId="{6AA35B34-C745-493F-BC98-BA82D3A8D164}" dt="2022-08-23T23:24:13.584" v="52" actId="122"/>
          <ac:spMkLst>
            <pc:docMk/>
            <pc:sldMk cId="3002125074" sldId="259"/>
            <ac:spMk id="446" creationId="{37E91597-E710-430A-903D-8E7E26071626}"/>
          </ac:spMkLst>
        </pc:spChg>
        <pc:spChg chg="del mod topLvl">
          <ac:chgData name="Behzad Nouri" userId="7a31b03e-41e4-4c08-8da4-24f43cb7952b" providerId="ADAL" clId="{6AA35B34-C745-493F-BC98-BA82D3A8D164}" dt="2022-08-23T23:26:50.138" v="76" actId="478"/>
          <ac:spMkLst>
            <pc:docMk/>
            <pc:sldMk cId="3002125074" sldId="259"/>
            <ac:spMk id="449" creationId="{AEABF80D-E7C8-4B5B-AD40-0B85357C96BC}"/>
          </ac:spMkLst>
        </pc:spChg>
        <pc:spChg chg="del mod">
          <ac:chgData name="Behzad Nouri" userId="7a31b03e-41e4-4c08-8da4-24f43cb7952b" providerId="ADAL" clId="{6AA35B34-C745-493F-BC98-BA82D3A8D164}" dt="2022-08-23T23:26:47.714" v="75" actId="478"/>
          <ac:spMkLst>
            <pc:docMk/>
            <pc:sldMk cId="3002125074" sldId="259"/>
            <ac:spMk id="450" creationId="{DF353C7C-5E98-4815-A3C0-8ADB564FB90D}"/>
          </ac:spMkLst>
        </pc:spChg>
        <pc:spChg chg="mod">
          <ac:chgData name="Behzad Nouri" userId="7a31b03e-41e4-4c08-8da4-24f43cb7952b" providerId="ADAL" clId="{6AA35B34-C745-493F-BC98-BA82D3A8D164}" dt="2022-08-23T23:26:38.881" v="73"/>
          <ac:spMkLst>
            <pc:docMk/>
            <pc:sldMk cId="3002125074" sldId="259"/>
            <ac:spMk id="453" creationId="{62CAE6C8-D464-45DB-889F-51D07A35967D}"/>
          </ac:spMkLst>
        </pc:spChg>
        <pc:spChg chg="mod">
          <ac:chgData name="Behzad Nouri" userId="7a31b03e-41e4-4c08-8da4-24f43cb7952b" providerId="ADAL" clId="{6AA35B34-C745-493F-BC98-BA82D3A8D164}" dt="2022-08-23T23:28:20.767" v="92"/>
          <ac:spMkLst>
            <pc:docMk/>
            <pc:sldMk cId="3002125074" sldId="259"/>
            <ac:spMk id="458" creationId="{5F944A86-DE1A-40E1-B8CC-07F07A763510}"/>
          </ac:spMkLst>
        </pc:spChg>
        <pc:grpChg chg="mod">
          <ac:chgData name="Behzad Nouri" userId="7a31b03e-41e4-4c08-8da4-24f43cb7952b" providerId="ADAL" clId="{6AA35B34-C745-493F-BC98-BA82D3A8D164}" dt="2022-08-23T23:23:14.441" v="42" actId="1076"/>
          <ac:grpSpMkLst>
            <pc:docMk/>
            <pc:sldMk cId="3002125074" sldId="259"/>
            <ac:grpSpMk id="6" creationId="{5ADEE0C6-B753-4717-9731-1F99C6F5F130}"/>
          </ac:grpSpMkLst>
        </pc:grpChg>
        <pc:grpChg chg="mod">
          <ac:chgData name="Behzad Nouri" userId="7a31b03e-41e4-4c08-8da4-24f43cb7952b" providerId="ADAL" clId="{6AA35B34-C745-493F-BC98-BA82D3A8D164}" dt="2022-08-23T23:23:11.353" v="41" actId="1076"/>
          <ac:grpSpMkLst>
            <pc:docMk/>
            <pc:sldMk cId="3002125074" sldId="259"/>
            <ac:grpSpMk id="11" creationId="{B41A53DF-9C2D-4412-A577-946AA6130C87}"/>
          </ac:grpSpMkLst>
        </pc:grpChg>
        <pc:grpChg chg="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18" creationId="{481879FA-4D83-4B28-A1EC-3106815F9679}"/>
          </ac:grpSpMkLst>
        </pc:grpChg>
        <pc:grpChg chg="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30" creationId="{8F01D0A1-6E53-4A77-B6F6-27B1D9EAA932}"/>
          </ac:grpSpMkLst>
        </pc:grpChg>
        <pc:grpChg chg="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39" creationId="{91B2FEAB-4DAE-4F21-B6E4-DCA9E64F69E2}"/>
          </ac:grpSpMkLst>
        </pc:grpChg>
        <pc:grpChg chg="mod">
          <ac:chgData name="Behzad Nouri" userId="7a31b03e-41e4-4c08-8da4-24f43cb7952b" providerId="ADAL" clId="{6AA35B34-C745-493F-BC98-BA82D3A8D164}" dt="2022-08-23T23:24:27.157" v="55" actId="1076"/>
          <ac:grpSpMkLst>
            <pc:docMk/>
            <pc:sldMk cId="3002125074" sldId="259"/>
            <ac:grpSpMk id="54" creationId="{6CAF6251-799E-433B-9167-84E54F62C11A}"/>
          </ac:grpSpMkLst>
        </pc:grpChg>
        <pc:grpChg chg="add mod">
          <ac:chgData name="Behzad Nouri" userId="7a31b03e-41e4-4c08-8da4-24f43cb7952b" providerId="ADAL" clId="{6AA35B34-C745-493F-BC98-BA82D3A8D164}" dt="2022-08-23T23:29:22.731" v="152" actId="164"/>
          <ac:grpSpMkLst>
            <pc:docMk/>
            <pc:sldMk cId="3002125074" sldId="259"/>
            <ac:grpSpMk id="66" creationId="{935C7445-7EDE-4E18-86D3-BD2800EFFA8D}"/>
          </ac:grpSpMkLst>
        </pc:grpChg>
        <pc:grpChg chg="add mod">
          <ac:chgData name="Behzad Nouri" userId="7a31b03e-41e4-4c08-8da4-24f43cb7952b" providerId="ADAL" clId="{6AA35B34-C745-493F-BC98-BA82D3A8D164}" dt="2022-08-23T23:29:31.507" v="153" actId="164"/>
          <ac:grpSpMkLst>
            <pc:docMk/>
            <pc:sldMk cId="3002125074" sldId="259"/>
            <ac:grpSpMk id="67" creationId="{BA664408-5FE6-4B4A-B538-034F252A7B69}"/>
          </ac:grpSpMkLst>
        </pc:grpChg>
        <pc:grpChg chg="mod">
          <ac:chgData name="Behzad Nouri" userId="7a31b03e-41e4-4c08-8da4-24f43cb7952b" providerId="ADAL" clId="{6AA35B34-C745-493F-BC98-BA82D3A8D164}" dt="2022-08-23T23:24:24.145" v="54" actId="1076"/>
          <ac:grpSpMkLst>
            <pc:docMk/>
            <pc:sldMk cId="3002125074" sldId="259"/>
            <ac:grpSpMk id="78" creationId="{9B791B66-A3A4-44BB-BABD-A374BF2E6D3C}"/>
          </ac:grpSpMkLst>
        </pc:grpChg>
        <pc:grpChg chg="mod">
          <ac:chgData name="Behzad Nouri" userId="7a31b03e-41e4-4c08-8da4-24f43cb7952b" providerId="ADAL" clId="{6AA35B34-C745-493F-BC98-BA82D3A8D164}" dt="2022-08-23T23:25:54.275" v="67" actId="1076"/>
          <ac:grpSpMkLst>
            <pc:docMk/>
            <pc:sldMk cId="3002125074" sldId="259"/>
            <ac:grpSpMk id="83" creationId="{CFACD72F-9AE0-4678-9AA2-BFA175320A80}"/>
          </ac:grpSpMkLst>
        </pc:grpChg>
        <pc:grpChg chg="mod">
          <ac:chgData name="Behzad Nouri" userId="7a31b03e-41e4-4c08-8da4-24f43cb7952b" providerId="ADAL" clId="{6AA35B34-C745-493F-BC98-BA82D3A8D164}" dt="2022-08-23T23:26:16.445" v="71" actId="1076"/>
          <ac:grpSpMkLst>
            <pc:docMk/>
            <pc:sldMk cId="3002125074" sldId="259"/>
            <ac:grpSpMk id="128" creationId="{EB188BC5-18ED-407E-8E1E-24DE143AF41D}"/>
          </ac:grpSpMkLst>
        </pc:grpChg>
        <pc:grpChg chg="mod">
          <ac:chgData name="Behzad Nouri" userId="7a31b03e-41e4-4c08-8da4-24f43cb7952b" providerId="ADAL" clId="{6AA35B34-C745-493F-BC98-BA82D3A8D164}" dt="2022-08-23T23:26:06.665" v="70" actId="1076"/>
          <ac:grpSpMkLst>
            <pc:docMk/>
            <pc:sldMk cId="3002125074" sldId="259"/>
            <ac:grpSpMk id="129" creationId="{E9EF12B8-F6E0-4861-BBDD-058DBD1613BF}"/>
          </ac:grpSpMkLst>
        </pc:grpChg>
        <pc:grpChg chg="del">
          <ac:chgData name="Behzad Nouri" userId="7a31b03e-41e4-4c08-8da4-24f43cb7952b" providerId="ADAL" clId="{6AA35B34-C745-493F-BC98-BA82D3A8D164}" dt="2022-08-23T23:22:23.317" v="11" actId="21"/>
          <ac:grpSpMkLst>
            <pc:docMk/>
            <pc:sldMk cId="3002125074" sldId="259"/>
            <ac:grpSpMk id="130" creationId="{23D890E3-CCF8-4F4A-A771-8884187BD89D}"/>
          </ac:grpSpMkLst>
        </pc:grpChg>
        <pc:grpChg chg="del">
          <ac:chgData name="Behzad Nouri" userId="7a31b03e-41e4-4c08-8da4-24f43cb7952b" providerId="ADAL" clId="{6AA35B34-C745-493F-BC98-BA82D3A8D164}" dt="2022-08-23T23:22:23.317" v="11" actId="21"/>
          <ac:grpSpMkLst>
            <pc:docMk/>
            <pc:sldMk cId="3002125074" sldId="259"/>
            <ac:grpSpMk id="140" creationId="{E3A07515-2C46-488F-A562-2BD354205CA7}"/>
          </ac:grpSpMkLst>
        </pc:grpChg>
        <pc:grpChg chg="mod">
          <ac:chgData name="Behzad Nouri" userId="7a31b03e-41e4-4c08-8da4-24f43cb7952b" providerId="ADAL" clId="{6AA35B34-C745-493F-BC98-BA82D3A8D164}" dt="2022-08-23T23:26:16.445" v="71" actId="1076"/>
          <ac:grpSpMkLst>
            <pc:docMk/>
            <pc:sldMk cId="3002125074" sldId="259"/>
            <ac:grpSpMk id="163" creationId="{06EFF253-F43D-4240-8F2A-874A771EB2C8}"/>
          </ac:grpSpMkLst>
        </pc:grpChg>
        <pc:grpChg chg="mod">
          <ac:chgData name="Behzad Nouri" userId="7a31b03e-41e4-4c08-8da4-24f43cb7952b" providerId="ADAL" clId="{6AA35B34-C745-493F-BC98-BA82D3A8D164}" dt="2022-08-23T23:28:31.631" v="130" actId="1038"/>
          <ac:grpSpMkLst>
            <pc:docMk/>
            <pc:sldMk cId="3002125074" sldId="259"/>
            <ac:grpSpMk id="165" creationId="{B040AE13-33C0-402F-A0ED-69B890A9CD29}"/>
          </ac:grpSpMkLst>
        </pc:grpChg>
        <pc:grpChg chg="del">
          <ac:chgData name="Behzad Nouri" userId="7a31b03e-41e4-4c08-8da4-24f43cb7952b" providerId="ADAL" clId="{6AA35B34-C745-493F-BC98-BA82D3A8D164}" dt="2022-08-23T23:22:23.317" v="11" actId="21"/>
          <ac:grpSpMkLst>
            <pc:docMk/>
            <pc:sldMk cId="3002125074" sldId="259"/>
            <ac:grpSpMk id="168" creationId="{FB073119-97B3-4F2D-8816-643370ACF89C}"/>
          </ac:grpSpMkLst>
        </pc:grpChg>
        <pc:grpChg chg="mod">
          <ac:chgData name="Behzad Nouri" userId="7a31b03e-41e4-4c08-8da4-24f43cb7952b" providerId="ADAL" clId="{6AA35B34-C745-493F-BC98-BA82D3A8D164}" dt="2022-08-23T23:28:31.631" v="130" actId="1038"/>
          <ac:grpSpMkLst>
            <pc:docMk/>
            <pc:sldMk cId="3002125074" sldId="259"/>
            <ac:grpSpMk id="172" creationId="{5C4812C5-4335-4F4C-81B9-6F41B9A8C506}"/>
          </ac:grpSpMkLst>
        </pc:grpChg>
        <pc:grpChg chg="mod">
          <ac:chgData name="Behzad Nouri" userId="7a31b03e-41e4-4c08-8da4-24f43cb7952b" providerId="ADAL" clId="{6AA35B34-C745-493F-BC98-BA82D3A8D164}" dt="2022-08-23T23:25:09.218" v="62" actId="688"/>
          <ac:grpSpMkLst>
            <pc:docMk/>
            <pc:sldMk cId="3002125074" sldId="259"/>
            <ac:grpSpMk id="179" creationId="{9DC22E6F-F3C1-4059-A5CC-4BA38016A326}"/>
          </ac:grpSpMkLst>
        </pc:grpChg>
        <pc:grpChg chg="mod">
          <ac:chgData name="Behzad Nouri" userId="7a31b03e-41e4-4c08-8da4-24f43cb7952b" providerId="ADAL" clId="{6AA35B34-C745-493F-BC98-BA82D3A8D164}" dt="2022-08-23T23:25:26.469" v="64" actId="1076"/>
          <ac:grpSpMkLst>
            <pc:docMk/>
            <pc:sldMk cId="3002125074" sldId="259"/>
            <ac:grpSpMk id="180" creationId="{FBD567DA-0F4A-45F5-AC8B-D1E194B063C8}"/>
          </ac:grpSpMkLst>
        </pc:grpChg>
        <pc:grpChg chg="mod">
          <ac:chgData name="Behzad Nouri" userId="7a31b03e-41e4-4c08-8da4-24f43cb7952b" providerId="ADAL" clId="{6AA35B34-C745-493F-BC98-BA82D3A8D164}" dt="2022-08-23T23:24:55.009" v="59" actId="1076"/>
          <ac:grpSpMkLst>
            <pc:docMk/>
            <pc:sldMk cId="3002125074" sldId="259"/>
            <ac:grpSpMk id="181" creationId="{1A3BD323-B5F5-4CC3-A15E-CBE45F50CF06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04" creationId="{2EB093DF-1745-4452-BF14-0F1CC962F3C3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65" creationId="{930988D4-DD99-4C23-B23C-97AC388A87BD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66" creationId="{C8BE7102-6D02-4EE9-AA14-73B185E0E131}"/>
          </ac:grpSpMkLst>
        </pc:grpChg>
        <pc:grpChg chg="add mod">
          <ac:chgData name="Behzad Nouri" userId="7a31b03e-41e4-4c08-8da4-24f43cb7952b" providerId="ADAL" clId="{6AA35B34-C745-493F-BC98-BA82D3A8D164}" dt="2022-08-23T23:26:16.445" v="71" actId="1076"/>
          <ac:grpSpMkLst>
            <pc:docMk/>
            <pc:sldMk cId="3002125074" sldId="259"/>
            <ac:grpSpMk id="270" creationId="{BA129AB9-A676-406A-8F5C-DD209E67D2D0}"/>
          </ac:grpSpMkLst>
        </pc:grpChg>
        <pc:grpChg chg="add mod">
          <ac:chgData name="Behzad Nouri" userId="7a31b03e-41e4-4c08-8da4-24f43cb7952b" providerId="ADAL" clId="{6AA35B34-C745-493F-BC98-BA82D3A8D164}" dt="2022-08-23T23:22:33.936" v="36" actId="1076"/>
          <ac:grpSpMkLst>
            <pc:docMk/>
            <pc:sldMk cId="3002125074" sldId="259"/>
            <ac:grpSpMk id="275" creationId="{6C56CB69-04B7-4FF2-BC44-37845E8D470A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76" creationId="{0FDA4C32-5DD7-438F-AD57-AE025C31CCDC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287" creationId="{3D3158FD-CD12-403F-B610-3AA1ADC6B766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05" creationId="{C04387B3-CB47-45AB-AEB0-995B7FBA1A4B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06" creationId="{442EC4A5-EF07-46C8-91A7-F2636C178C24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07" creationId="{DD86A025-A668-4EDC-8F28-F7934FD57242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16" creationId="{087C8E26-9EA7-464B-8470-6BBE8F2C047F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17" creationId="{1237E670-055B-4398-BC60-C148A473032E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26" creationId="{5AE58D4E-2CED-409E-B369-008A173D7BB6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35" creationId="{0C7852DF-6532-4745-B06A-F8842C5DA5BE}"/>
          </ac:grpSpMkLst>
        </pc:grpChg>
        <pc:grpChg chg="add mod">
          <ac:chgData name="Behzad Nouri" userId="7a31b03e-41e4-4c08-8da4-24f43cb7952b" providerId="ADAL" clId="{6AA35B34-C745-493F-BC98-BA82D3A8D164}" dt="2022-08-23T23:22:33.936" v="36" actId="1076"/>
          <ac:grpSpMkLst>
            <pc:docMk/>
            <pc:sldMk cId="3002125074" sldId="259"/>
            <ac:grpSpMk id="349" creationId="{39A23269-45E0-4012-B34D-5CD61128B7F2}"/>
          </ac:grpSpMkLst>
        </pc:grpChg>
        <pc:grpChg chg="add mod">
          <ac:chgData name="Behzad Nouri" userId="7a31b03e-41e4-4c08-8da4-24f43cb7952b" providerId="ADAL" clId="{6AA35B34-C745-493F-BC98-BA82D3A8D164}" dt="2022-08-23T23:22:33.936" v="36" actId="1076"/>
          <ac:grpSpMkLst>
            <pc:docMk/>
            <pc:sldMk cId="3002125074" sldId="259"/>
            <ac:grpSpMk id="364" creationId="{06CC262F-3056-4A23-8D04-518567250F13}"/>
          </ac:grpSpMkLst>
        </pc:grpChg>
        <pc:grpChg chg="add mod">
          <ac:chgData name="Behzad Nouri" userId="7a31b03e-41e4-4c08-8da4-24f43cb7952b" providerId="ADAL" clId="{6AA35B34-C745-493F-BC98-BA82D3A8D164}" dt="2022-08-23T23:22:54.518" v="38" actId="1076"/>
          <ac:grpSpMkLst>
            <pc:docMk/>
            <pc:sldMk cId="3002125074" sldId="259"/>
            <ac:grpSpMk id="368" creationId="{12DC9B05-62E5-4990-A8B2-0F094378261D}"/>
          </ac:grpSpMkLst>
        </pc:grpChg>
        <pc:grpChg chg="del">
          <ac:chgData name="Behzad Nouri" userId="7a31b03e-41e4-4c08-8da4-24f43cb7952b" providerId="ADAL" clId="{6AA35B34-C745-493F-BC98-BA82D3A8D164}" dt="2022-08-23T23:24:35.266" v="56" actId="21"/>
          <ac:grpSpMkLst>
            <pc:docMk/>
            <pc:sldMk cId="3002125074" sldId="259"/>
            <ac:grpSpMk id="380" creationId="{78B9506F-919F-4A9A-9C9E-FA54F40D9D7A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81" creationId="{66FDEBAD-1F56-420F-9EC2-06A1E718A54E}"/>
          </ac:grpSpMkLst>
        </pc:grpChg>
        <pc:grpChg chg="add mod">
          <ac:chgData name="Behzad Nouri" userId="7a31b03e-41e4-4c08-8da4-24f43cb7952b" providerId="ADAL" clId="{6AA35B34-C745-493F-BC98-BA82D3A8D164}" dt="2022-08-23T23:23:04.413" v="40" actId="1076"/>
          <ac:grpSpMkLst>
            <pc:docMk/>
            <pc:sldMk cId="3002125074" sldId="259"/>
            <ac:grpSpMk id="392" creationId="{7A484B5C-965B-41D5-97FA-F7E0940FD0DD}"/>
          </ac:grpSpMkLst>
        </pc:grpChg>
        <pc:grpChg chg="del">
          <ac:chgData name="Behzad Nouri" userId="7a31b03e-41e4-4c08-8da4-24f43cb7952b" providerId="ADAL" clId="{6AA35B34-C745-493F-BC98-BA82D3A8D164}" dt="2022-08-23T23:22:10.719" v="9" actId="478"/>
          <ac:grpSpMkLst>
            <pc:docMk/>
            <pc:sldMk cId="3002125074" sldId="259"/>
            <ac:grpSpMk id="395" creationId="{1EB96CE8-E4E8-49A5-A597-7F9576429A81}"/>
          </ac:grpSpMkLst>
        </pc:grpChg>
        <pc:grpChg chg="add mod">
          <ac:chgData name="Behzad Nouri" userId="7a31b03e-41e4-4c08-8da4-24f43cb7952b" providerId="ADAL" clId="{6AA35B34-C745-493F-BC98-BA82D3A8D164}" dt="2022-08-23T23:23:41.606" v="45" actId="1076"/>
          <ac:grpSpMkLst>
            <pc:docMk/>
            <pc:sldMk cId="3002125074" sldId="259"/>
            <ac:grpSpMk id="401" creationId="{1FFEE322-5169-4EA0-A01E-B2BB35804490}"/>
          </ac:grpSpMkLst>
        </pc:grpChg>
        <pc:grpChg chg="add mod">
          <ac:chgData name="Behzad Nouri" userId="7a31b03e-41e4-4c08-8da4-24f43cb7952b" providerId="ADAL" clId="{6AA35B34-C745-493F-BC98-BA82D3A8D164}" dt="2022-08-23T23:23:43.351" v="46" actId="1076"/>
          <ac:grpSpMkLst>
            <pc:docMk/>
            <pc:sldMk cId="3002125074" sldId="259"/>
            <ac:grpSpMk id="406" creationId="{80A643A1-573B-4F91-8BCC-8D887B6E6ECA}"/>
          </ac:grpSpMkLst>
        </pc:grpChg>
        <pc:grpChg chg="add 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411" creationId="{FB3161F9-AA7A-4BD1-94F8-FFE3CE5EC900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14" creationId="{292E8F90-EE40-4647-BA77-16C412C34ECF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15" creationId="{F78232F4-EE7A-4EC8-89C1-AE4CE3297162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16" creationId="{E70EE399-F985-4D61-88D6-9C0054D478A5}"/>
          </ac:grpSpMkLst>
        </pc:grpChg>
        <pc:grpChg chg="add 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423" creationId="{688963E8-64F4-4E85-B64F-7D2502324CB2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26" creationId="{628D517C-A3CC-4E19-A005-E10EAE33FD15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27" creationId="{A1E4925F-A728-44CC-BA71-29D6F4119605}"/>
          </ac:grpSpMkLst>
        </pc:grpChg>
        <pc:grpChg chg="add mod">
          <ac:chgData name="Behzad Nouri" userId="7a31b03e-41e4-4c08-8da4-24f43cb7952b" providerId="ADAL" clId="{6AA35B34-C745-493F-BC98-BA82D3A8D164}" dt="2022-08-23T23:24:17.306" v="53" actId="1076"/>
          <ac:grpSpMkLst>
            <pc:docMk/>
            <pc:sldMk cId="3002125074" sldId="259"/>
            <ac:grpSpMk id="432" creationId="{9DE02265-597A-4188-909C-A7E426D3D887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35" creationId="{4645D1D6-59BD-49CF-9516-EDA2EA57BAAE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36" creationId="{31641F47-79F7-480E-8FDD-942F5536E86F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37" creationId="{656DBC90-1E94-4EA3-BA3C-8ACC84C89758}"/>
          </ac:grpSpMkLst>
        </pc:grpChg>
        <pc:grpChg chg="mod">
          <ac:chgData name="Behzad Nouri" userId="7a31b03e-41e4-4c08-8da4-24f43cb7952b" providerId="ADAL" clId="{6AA35B34-C745-493F-BC98-BA82D3A8D164}" dt="2022-08-23T23:23:57.139" v="47"/>
          <ac:grpSpMkLst>
            <pc:docMk/>
            <pc:sldMk cId="3002125074" sldId="259"/>
            <ac:grpSpMk id="438" creationId="{247B234B-36AB-4967-A97A-7FF82DA1B898}"/>
          </ac:grpSpMkLst>
        </pc:grpChg>
        <pc:grpChg chg="add del mod">
          <ac:chgData name="Behzad Nouri" userId="7a31b03e-41e4-4c08-8da4-24f43cb7952b" providerId="ADAL" clId="{6AA35B34-C745-493F-BC98-BA82D3A8D164}" dt="2022-08-23T23:26:50.138" v="76" actId="478"/>
          <ac:grpSpMkLst>
            <pc:docMk/>
            <pc:sldMk cId="3002125074" sldId="259"/>
            <ac:grpSpMk id="447" creationId="{75C5FEB7-BDB7-435D-B94D-0D701A3305E1}"/>
          </ac:grpSpMkLst>
        </pc:grpChg>
        <pc:grpChg chg="mod topLvl">
          <ac:chgData name="Behzad Nouri" userId="7a31b03e-41e4-4c08-8da4-24f43cb7952b" providerId="ADAL" clId="{6AA35B34-C745-493F-BC98-BA82D3A8D164}" dt="2022-08-23T23:29:31.507" v="153" actId="164"/>
          <ac:grpSpMkLst>
            <pc:docMk/>
            <pc:sldMk cId="3002125074" sldId="259"/>
            <ac:grpSpMk id="448" creationId="{2F69272D-EAA0-4399-9899-3489C5DE79E1}"/>
          </ac:grpSpMkLst>
        </pc:grpChg>
        <pc:grpChg chg="add mod">
          <ac:chgData name="Behzad Nouri" userId="7a31b03e-41e4-4c08-8da4-24f43cb7952b" providerId="ADAL" clId="{6AA35B34-C745-493F-BC98-BA82D3A8D164}" dt="2022-08-23T23:29:22.731" v="152" actId="164"/>
          <ac:grpSpMkLst>
            <pc:docMk/>
            <pc:sldMk cId="3002125074" sldId="259"/>
            <ac:grpSpMk id="455" creationId="{C7ACA517-93D2-4A9D-B221-B93DC8D5E07D}"/>
          </ac:grpSpMkLst>
        </pc:grpChg>
        <pc:cxnChg chg="mod">
          <ac:chgData name="Behzad Nouri" userId="7a31b03e-41e4-4c08-8da4-24f43cb7952b" providerId="ADAL" clId="{6AA35B34-C745-493F-BC98-BA82D3A8D164}" dt="2022-08-23T23:20:17.353" v="0"/>
          <ac:cxnSpMkLst>
            <pc:docMk/>
            <pc:sldMk cId="3002125074" sldId="259"/>
            <ac:cxnSpMk id="271" creationId="{9FE42AE6-1585-465B-9247-963142F82242}"/>
          </ac:cxnSpMkLst>
        </pc:cxnChg>
        <pc:cxnChg chg="mod">
          <ac:chgData name="Behzad Nouri" userId="7a31b03e-41e4-4c08-8da4-24f43cb7952b" providerId="ADAL" clId="{6AA35B34-C745-493F-BC98-BA82D3A8D164}" dt="2022-08-23T23:20:17.353" v="0"/>
          <ac:cxnSpMkLst>
            <pc:docMk/>
            <pc:sldMk cId="3002125074" sldId="259"/>
            <ac:cxnSpMk id="272" creationId="{51D4D1AC-2634-44E7-8138-C4F31D0A0F62}"/>
          </ac:cxnSpMkLst>
        </pc:cxnChg>
        <pc:cxnChg chg="mod">
          <ac:chgData name="Behzad Nouri" userId="7a31b03e-41e4-4c08-8da4-24f43cb7952b" providerId="ADAL" clId="{6AA35B34-C745-493F-BC98-BA82D3A8D164}" dt="2022-08-23T23:20:17.353" v="0"/>
          <ac:cxnSpMkLst>
            <pc:docMk/>
            <pc:sldMk cId="3002125074" sldId="259"/>
            <ac:cxnSpMk id="273" creationId="{753E872A-1AE9-49A5-B5AD-844BCDF8D4C6}"/>
          </ac:cxnSpMkLst>
        </pc:cxnChg>
        <pc:cxnChg chg="mod">
          <ac:chgData name="Behzad Nouri" userId="7a31b03e-41e4-4c08-8da4-24f43cb7952b" providerId="ADAL" clId="{6AA35B34-C745-493F-BC98-BA82D3A8D164}" dt="2022-08-23T23:20:17.353" v="0"/>
          <ac:cxnSpMkLst>
            <pc:docMk/>
            <pc:sldMk cId="3002125074" sldId="259"/>
            <ac:cxnSpMk id="274" creationId="{862AD3D5-CD38-44F3-A824-39F80EB0DAEC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50" creationId="{0ACD03B0-4751-4EEF-9631-0D27BE9BD63D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51" creationId="{520C3FDB-A7E9-4B08-BBAD-6C1026713C90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59" creationId="{B3E6F055-5454-497F-B544-94CE9FDBBC2A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0" creationId="{5E91029C-B494-45A6-9B54-B0F50A98BE7B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1" creationId="{B8C9F2D3-97E1-4715-B988-44F9A01A9292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2" creationId="{ACDE2DFC-E913-42BF-88B2-CC2D148B1A57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3" creationId="{9A452EB4-C54C-4E3B-A57F-5C4E0F9F9D0A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6" creationId="{64AA28EB-C470-4E4C-AC44-E417AEC600D4}"/>
          </ac:cxnSpMkLst>
        </pc:cxnChg>
        <pc:cxnChg chg="mod">
          <ac:chgData name="Behzad Nouri" userId="7a31b03e-41e4-4c08-8da4-24f43cb7952b" providerId="ADAL" clId="{6AA35B34-C745-493F-BC98-BA82D3A8D164}" dt="2022-08-23T23:22:30.628" v="35"/>
          <ac:cxnSpMkLst>
            <pc:docMk/>
            <pc:sldMk cId="3002125074" sldId="259"/>
            <ac:cxnSpMk id="367" creationId="{6A9F77CD-4B82-459A-A33C-A457254FE4A1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69" creationId="{D2AEC133-3BDA-4E47-8165-043538ABF56E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77" creationId="{67218E1C-F45C-41F4-BA14-546801129D96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78" creationId="{EAE512A0-6219-4420-9442-948A3D8B86F4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79" creationId="{79342196-2983-4E30-9803-982214DC22A0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82" creationId="{DB8DDC52-1E66-4784-BA56-8B55DD8496CE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90" creationId="{E70FA2AB-0BDD-4EEF-B0E4-23874406DB42}"/>
          </ac:cxnSpMkLst>
        </pc:cxnChg>
        <pc:cxnChg chg="mod">
          <ac:chgData name="Behzad Nouri" userId="7a31b03e-41e4-4c08-8da4-24f43cb7952b" providerId="ADAL" clId="{6AA35B34-C745-493F-BC98-BA82D3A8D164}" dt="2022-08-23T23:22:49.198" v="37"/>
          <ac:cxnSpMkLst>
            <pc:docMk/>
            <pc:sldMk cId="3002125074" sldId="259"/>
            <ac:cxnSpMk id="391" creationId="{37F0C76D-DD81-4A19-A8F8-BD06AE667182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3" creationId="{FE9794FA-64F0-4B0F-82C9-ED5D84DE5131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4" creationId="{C7E77411-770B-4497-BBEF-0799DBF809B8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6" creationId="{92132F81-2846-41D8-B8DC-DCC7A32828AD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7" creationId="{6F7E0C4F-FE31-4926-A6BC-FB8D6BADEFDC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8" creationId="{5DE1F0B5-A1BF-4F2E-98FC-81B392B31922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399" creationId="{F256FA1C-5B51-42AF-8286-479D079E20A9}"/>
          </ac:cxnSpMkLst>
        </pc:cxnChg>
        <pc:cxnChg chg="mod">
          <ac:chgData name="Behzad Nouri" userId="7a31b03e-41e4-4c08-8da4-24f43cb7952b" providerId="ADAL" clId="{6AA35B34-C745-493F-BC98-BA82D3A8D164}" dt="2022-08-23T23:23:00.576" v="39"/>
          <ac:cxnSpMkLst>
            <pc:docMk/>
            <pc:sldMk cId="3002125074" sldId="259"/>
            <ac:cxnSpMk id="400" creationId="{05278393-62EA-450C-9322-7213C899E5F9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2" creationId="{F22A2D6B-77B4-4624-A8DF-7A16806BCB40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3" creationId="{77C1114B-C76F-4C91-83A3-80247FE1C3C4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4" creationId="{0428A3E1-6DE9-4099-8BC8-2A2BEF829B4B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5" creationId="{6F8B0EEC-BF1D-441D-B153-914C7561A331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7" creationId="{89DE74FC-C872-45CF-A76C-99BDFDBCC258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8" creationId="{656EF393-C263-413C-AA9B-1ABFF0C82A37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09" creationId="{E29BCA72-5145-4BD8-AA64-7924B58CD331}"/>
          </ac:cxnSpMkLst>
        </pc:cxnChg>
        <pc:cxnChg chg="mod">
          <ac:chgData name="Behzad Nouri" userId="7a31b03e-41e4-4c08-8da4-24f43cb7952b" providerId="ADAL" clId="{6AA35B34-C745-493F-BC98-BA82D3A8D164}" dt="2022-08-23T23:23:23.052" v="43"/>
          <ac:cxnSpMkLst>
            <pc:docMk/>
            <pc:sldMk cId="3002125074" sldId="259"/>
            <ac:cxnSpMk id="410" creationId="{85D93B9C-76A4-4ACE-A4F4-56631EB96C6C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12" creationId="{F1EAC3F2-9122-4566-A7DC-F1AA52DDA2D6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13" creationId="{952373C1-3794-4009-8C62-C5D637D089F1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24" creationId="{8377E1AB-D25F-4C4B-A157-24960294ACA5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25" creationId="{AC0CDC9C-8214-44D2-AB34-8ED8AB4A81E9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33" creationId="{CB09C865-E207-4B0E-AF88-5A2DDB6533CF}"/>
          </ac:cxnSpMkLst>
        </pc:cxnChg>
        <pc:cxnChg chg="mod">
          <ac:chgData name="Behzad Nouri" userId="7a31b03e-41e4-4c08-8da4-24f43cb7952b" providerId="ADAL" clId="{6AA35B34-C745-493F-BC98-BA82D3A8D164}" dt="2022-08-23T23:23:57.139" v="47"/>
          <ac:cxnSpMkLst>
            <pc:docMk/>
            <pc:sldMk cId="3002125074" sldId="259"/>
            <ac:cxnSpMk id="434" creationId="{FDBC5952-4027-4E91-AD6B-7AFCD8CE7BE9}"/>
          </ac:cxnSpMkLst>
        </pc:cxnChg>
        <pc:cxnChg chg="mod">
          <ac:chgData name="Behzad Nouri" userId="7a31b03e-41e4-4c08-8da4-24f43cb7952b" providerId="ADAL" clId="{6AA35B34-C745-493F-BC98-BA82D3A8D164}" dt="2022-08-23T23:26:38.881" v="73"/>
          <ac:cxnSpMkLst>
            <pc:docMk/>
            <pc:sldMk cId="3002125074" sldId="259"/>
            <ac:cxnSpMk id="451" creationId="{A4DECA7D-EC35-4FF0-B835-F14240829CCD}"/>
          </ac:cxnSpMkLst>
        </pc:cxnChg>
        <pc:cxnChg chg="mod">
          <ac:chgData name="Behzad Nouri" userId="7a31b03e-41e4-4c08-8da4-24f43cb7952b" providerId="ADAL" clId="{6AA35B34-C745-493F-BC98-BA82D3A8D164}" dt="2022-08-23T23:26:38.881" v="73"/>
          <ac:cxnSpMkLst>
            <pc:docMk/>
            <pc:sldMk cId="3002125074" sldId="259"/>
            <ac:cxnSpMk id="452" creationId="{F9BCA975-7A42-4C92-BDF1-CFD04C393413}"/>
          </ac:cxnSpMkLst>
        </pc:cxnChg>
        <pc:cxnChg chg="add mod">
          <ac:chgData name="Behzad Nouri" userId="7a31b03e-41e4-4c08-8da4-24f43cb7952b" providerId="ADAL" clId="{6AA35B34-C745-493F-BC98-BA82D3A8D164}" dt="2022-08-23T23:29:31.507" v="153" actId="164"/>
          <ac:cxnSpMkLst>
            <pc:docMk/>
            <pc:sldMk cId="3002125074" sldId="259"/>
            <ac:cxnSpMk id="454" creationId="{57CA9190-2574-4A92-B58F-B72714A97331}"/>
          </ac:cxnSpMkLst>
        </pc:cxnChg>
        <pc:cxnChg chg="mod">
          <ac:chgData name="Behzad Nouri" userId="7a31b03e-41e4-4c08-8da4-24f43cb7952b" providerId="ADAL" clId="{6AA35B34-C745-493F-BC98-BA82D3A8D164}" dt="2022-08-23T23:28:20.767" v="92"/>
          <ac:cxnSpMkLst>
            <pc:docMk/>
            <pc:sldMk cId="3002125074" sldId="259"/>
            <ac:cxnSpMk id="456" creationId="{2C640B83-5266-401D-A958-31AFB672D257}"/>
          </ac:cxnSpMkLst>
        </pc:cxnChg>
        <pc:cxnChg chg="mod">
          <ac:chgData name="Behzad Nouri" userId="7a31b03e-41e4-4c08-8da4-24f43cb7952b" providerId="ADAL" clId="{6AA35B34-C745-493F-BC98-BA82D3A8D164}" dt="2022-08-23T23:28:20.767" v="92"/>
          <ac:cxnSpMkLst>
            <pc:docMk/>
            <pc:sldMk cId="3002125074" sldId="259"/>
            <ac:cxnSpMk id="457" creationId="{CC97A1FA-A9DD-423E-9950-E8FF6BC04382}"/>
          </ac:cxnSpMkLst>
        </pc:cxnChg>
        <pc:cxnChg chg="add mod">
          <ac:chgData name="Behzad Nouri" userId="7a31b03e-41e4-4c08-8da4-24f43cb7952b" providerId="ADAL" clId="{6AA35B34-C745-493F-BC98-BA82D3A8D164}" dt="2022-08-23T23:29:22.731" v="152" actId="164"/>
          <ac:cxnSpMkLst>
            <pc:docMk/>
            <pc:sldMk cId="3002125074" sldId="259"/>
            <ac:cxnSpMk id="459" creationId="{4096E952-D3F7-4FE8-973E-6C1D32DF7E72}"/>
          </ac:cxnSpMkLst>
        </pc:cxnChg>
      </pc:sldChg>
      <pc:sldChg chg="addSp delSp modSp add mod">
        <pc:chgData name="Behzad Nouri" userId="7a31b03e-41e4-4c08-8da4-24f43cb7952b" providerId="ADAL" clId="{6AA35B34-C745-493F-BC98-BA82D3A8D164}" dt="2022-08-23T23:24:41.641" v="58" actId="1076"/>
        <pc:sldMkLst>
          <pc:docMk/>
          <pc:sldMk cId="2952544268" sldId="260"/>
        </pc:sldMkLst>
        <pc:spChg chg="mod">
          <ac:chgData name="Behzad Nouri" userId="7a31b03e-41e4-4c08-8da4-24f43cb7952b" providerId="ADAL" clId="{6AA35B34-C745-493F-BC98-BA82D3A8D164}" dt="2022-08-23T23:21:12.036" v="4" actId="1076"/>
          <ac:spMkLst>
            <pc:docMk/>
            <pc:sldMk cId="2952544268" sldId="260"/>
            <ac:spMk id="198" creationId="{2B1D52DF-7265-476B-B05E-B1825D4A3AB3}"/>
          </ac:spMkLst>
        </pc:spChg>
        <pc:spChg chg="mod">
          <ac:chgData name="Behzad Nouri" userId="7a31b03e-41e4-4c08-8da4-24f43cb7952b" providerId="ADAL" clId="{6AA35B34-C745-493F-BC98-BA82D3A8D164}" dt="2022-08-23T23:21:21.927" v="6" actId="1076"/>
          <ac:spMkLst>
            <pc:docMk/>
            <pc:sldMk cId="2952544268" sldId="260"/>
            <ac:spMk id="199" creationId="{8705A90E-FA9C-4670-9077-860CAED96223}"/>
          </ac:spMkLst>
        </pc:spChg>
        <pc:spChg chg="mod">
          <ac:chgData name="Behzad Nouri" userId="7a31b03e-41e4-4c08-8da4-24f43cb7952b" providerId="ADAL" clId="{6AA35B34-C745-493F-BC98-BA82D3A8D164}" dt="2022-08-23T23:21:12.036" v="4" actId="1076"/>
          <ac:spMkLst>
            <pc:docMk/>
            <pc:sldMk cId="2952544268" sldId="260"/>
            <ac:spMk id="200" creationId="{D8535CD4-D62E-43B4-A9FC-9DDF14F91046}"/>
          </ac:spMkLst>
        </pc:spChg>
        <pc:spChg chg="mod">
          <ac:chgData name="Behzad Nouri" userId="7a31b03e-41e4-4c08-8da4-24f43cb7952b" providerId="ADAL" clId="{6AA35B34-C745-493F-BC98-BA82D3A8D164}" dt="2022-08-23T23:21:12.036" v="4" actId="1076"/>
          <ac:spMkLst>
            <pc:docMk/>
            <pc:sldMk cId="2952544268" sldId="260"/>
            <ac:spMk id="205" creationId="{59D384B6-5C3E-4B9D-8F5D-516924425F9D}"/>
          </ac:spMkLst>
        </pc:spChg>
        <pc:spChg chg="mod">
          <ac:chgData name="Behzad Nouri" userId="7a31b03e-41e4-4c08-8da4-24f43cb7952b" providerId="ADAL" clId="{6AA35B34-C745-493F-BC98-BA82D3A8D164}" dt="2022-08-23T23:21:18.710" v="5" actId="1076"/>
          <ac:spMkLst>
            <pc:docMk/>
            <pc:sldMk cId="2952544268" sldId="260"/>
            <ac:spMk id="206" creationId="{1F162B82-D049-46C9-AE65-1CBE1B35D2A4}"/>
          </ac:spMkLst>
        </pc:spChg>
        <pc:spChg chg="mod">
          <ac:chgData name="Behzad Nouri" userId="7a31b03e-41e4-4c08-8da4-24f43cb7952b" providerId="ADAL" clId="{6AA35B34-C745-493F-BC98-BA82D3A8D164}" dt="2022-08-23T23:21:12.036" v="4" actId="1076"/>
          <ac:spMkLst>
            <pc:docMk/>
            <pc:sldMk cId="2952544268" sldId="260"/>
            <ac:spMk id="207" creationId="{7F7E8624-36DE-4203-A6A2-B76342867CAE}"/>
          </ac:spMkLst>
        </pc:spChg>
        <pc:spChg chg="del">
          <ac:chgData name="Behzad Nouri" userId="7a31b03e-41e4-4c08-8da4-24f43cb7952b" providerId="ADAL" clId="{6AA35B34-C745-493F-BC98-BA82D3A8D164}" dt="2022-08-23T23:21:02.496" v="3" actId="478"/>
          <ac:spMkLst>
            <pc:docMk/>
            <pc:sldMk cId="2952544268" sldId="260"/>
            <ac:spMk id="345" creationId="{F4604F4E-7A75-4814-8577-868C312FCE44}"/>
          </ac:spMkLst>
        </pc:spChg>
        <pc:spChg chg="del">
          <ac:chgData name="Behzad Nouri" userId="7a31b03e-41e4-4c08-8da4-24f43cb7952b" providerId="ADAL" clId="{6AA35B34-C745-493F-BC98-BA82D3A8D164}" dt="2022-08-23T23:21:02.496" v="3" actId="478"/>
          <ac:spMkLst>
            <pc:docMk/>
            <pc:sldMk cId="2952544268" sldId="260"/>
            <ac:spMk id="347" creationId="{BF7706F3-F501-4A26-8F19-7F031E5F0907}"/>
          </ac:spMkLst>
        </pc:s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6" creationId="{5ADEE0C6-B753-4717-9731-1F99C6F5F130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1" creationId="{B41A53DF-9C2D-4412-A577-946AA6130C87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8" creationId="{481879FA-4D83-4B28-A1EC-3106815F9679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30" creationId="{8F01D0A1-6E53-4A77-B6F6-27B1D9EAA932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39" creationId="{91B2FEAB-4DAE-4F21-B6E4-DCA9E64F69E2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54" creationId="{6CAF6251-799E-433B-9167-84E54F62C11A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78" creationId="{9B791B66-A3A4-44BB-BABD-A374BF2E6D3C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83" creationId="{CFACD72F-9AE0-4678-9AA2-BFA175320A80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28" creationId="{EB188BC5-18ED-407E-8E1E-24DE143AF41D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29" creationId="{E9EF12B8-F6E0-4861-BBDD-058DBD1613BF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30" creationId="{23D890E3-CCF8-4F4A-A771-8884187BD89D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40" creationId="{E3A07515-2C46-488F-A562-2BD354205CA7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63" creationId="{06EFF253-F43D-4240-8F2A-874A771EB2C8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65" creationId="{B040AE13-33C0-402F-A0ED-69B890A9CD29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68" creationId="{FB073119-97B3-4F2D-8816-643370ACF89C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72" creationId="{5C4812C5-4335-4F4C-81B9-6F41B9A8C506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79" creationId="{9DC22E6F-F3C1-4059-A5CC-4BA38016A326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80" creationId="{FBD567DA-0F4A-45F5-AC8B-D1E194B063C8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181" creationId="{1A3BD323-B5F5-4CC3-A15E-CBE45F50CF06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04" creationId="{2EB093DF-1745-4452-BF14-0F1CC962F3C3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65" creationId="{930988D4-DD99-4C23-B23C-97AC388A87BD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66" creationId="{C8BE7102-6D02-4EE9-AA14-73B185E0E131}"/>
          </ac:grpSpMkLst>
        </pc:grpChg>
        <pc:grpChg chg="del">
          <ac:chgData name="Behzad Nouri" userId="7a31b03e-41e4-4c08-8da4-24f43cb7952b" providerId="ADAL" clId="{6AA35B34-C745-493F-BC98-BA82D3A8D164}" dt="2022-08-23T23:21:02.496" v="3" actId="478"/>
          <ac:grpSpMkLst>
            <pc:docMk/>
            <pc:sldMk cId="2952544268" sldId="260"/>
            <ac:grpSpMk id="270" creationId="{BA129AB9-A676-406A-8F5C-DD209E67D2D0}"/>
          </ac:grpSpMkLst>
        </pc:grpChg>
        <pc:grpChg chg="add mod">
          <ac:chgData name="Behzad Nouri" userId="7a31b03e-41e4-4c08-8da4-24f43cb7952b" providerId="ADAL" clId="{6AA35B34-C745-493F-BC98-BA82D3A8D164}" dt="2022-08-23T23:21:57.382" v="8" actId="1076"/>
          <ac:grpSpMkLst>
            <pc:docMk/>
            <pc:sldMk cId="2952544268" sldId="260"/>
            <ac:grpSpMk id="275" creationId="{E121F9BF-E753-4690-9BD3-9F8BF2908F31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76" creationId="{0FDA4C32-5DD7-438F-AD57-AE025C31CCDC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287" creationId="{3D3158FD-CD12-403F-B610-3AA1ADC6B766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05" creationId="{C04387B3-CB47-45AB-AEB0-995B7FBA1A4B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06" creationId="{442EC4A5-EF07-46C8-91A7-F2636C178C24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07" creationId="{DD86A025-A668-4EDC-8F28-F7934FD57242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16" creationId="{087C8E26-9EA7-464B-8470-6BBE8F2C047F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17" creationId="{1237E670-055B-4398-BC60-C148A473032E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26" creationId="{5AE58D4E-2CED-409E-B369-008A173D7BB6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35" creationId="{0C7852DF-6532-4745-B06A-F8842C5DA5BE}"/>
          </ac:grpSpMkLst>
        </pc:grpChg>
        <pc:grpChg chg="add mod">
          <ac:chgData name="Behzad Nouri" userId="7a31b03e-41e4-4c08-8da4-24f43cb7952b" providerId="ADAL" clId="{6AA35B34-C745-493F-BC98-BA82D3A8D164}" dt="2022-08-23T23:21:57.382" v="8" actId="1076"/>
          <ac:grpSpMkLst>
            <pc:docMk/>
            <pc:sldMk cId="2952544268" sldId="260"/>
            <ac:grpSpMk id="344" creationId="{021D070F-DCFB-4DF1-8F16-57220770757C}"/>
          </ac:grpSpMkLst>
        </pc:grpChg>
        <pc:grpChg chg="add mod">
          <ac:chgData name="Behzad Nouri" userId="7a31b03e-41e4-4c08-8da4-24f43cb7952b" providerId="ADAL" clId="{6AA35B34-C745-493F-BC98-BA82D3A8D164}" dt="2022-08-23T23:24:41.641" v="58" actId="1076"/>
          <ac:grpSpMkLst>
            <pc:docMk/>
            <pc:sldMk cId="2952544268" sldId="260"/>
            <ac:grpSpMk id="360" creationId="{F8192E70-3090-4570-942E-8D56888D0948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80" creationId="{78B9506F-919F-4A9A-9C9E-FA54F40D9D7A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81" creationId="{66FDEBAD-1F56-420F-9EC2-06A1E718A54E}"/>
          </ac:grpSpMkLst>
        </pc:grpChg>
        <pc:grpChg chg="mod">
          <ac:chgData name="Behzad Nouri" userId="7a31b03e-41e4-4c08-8da4-24f43cb7952b" providerId="ADAL" clId="{6AA35B34-C745-493F-BC98-BA82D3A8D164}" dt="2022-08-23T23:21:12.036" v="4" actId="1076"/>
          <ac:grpSpMkLst>
            <pc:docMk/>
            <pc:sldMk cId="2952544268" sldId="260"/>
            <ac:grpSpMk id="395" creationId="{1EB96CE8-E4E8-49A5-A597-7F9576429A81}"/>
          </ac:grpSpMkLst>
        </pc:grpChg>
        <pc:cxnChg chg="mod">
          <ac:chgData name="Behzad Nouri" userId="7a31b03e-41e4-4c08-8da4-24f43cb7952b" providerId="ADAL" clId="{6AA35B34-C745-493F-BC98-BA82D3A8D164}" dt="2022-08-23T23:21:02.496" v="3" actId="478"/>
          <ac:cxnSpMkLst>
            <pc:docMk/>
            <pc:sldMk cId="2952544268" sldId="260"/>
            <ac:cxnSpMk id="86" creationId="{4CAD4A4B-E518-4860-AC52-B08CE1C8BA69}"/>
          </ac:cxnSpMkLst>
        </pc:cxnChg>
        <pc:cxnChg chg="mod">
          <ac:chgData name="Behzad Nouri" userId="7a31b03e-41e4-4c08-8da4-24f43cb7952b" providerId="ADAL" clId="{6AA35B34-C745-493F-BC98-BA82D3A8D164}" dt="2022-08-23T23:21:02.496" v="3" actId="478"/>
          <ac:cxnSpMkLst>
            <pc:docMk/>
            <pc:sldMk cId="2952544268" sldId="260"/>
            <ac:cxnSpMk id="87" creationId="{86168636-F853-4919-8CE3-E84DA63AE261}"/>
          </ac:cxnSpMkLst>
        </pc:cxnChg>
        <pc:cxnChg chg="mod">
          <ac:chgData name="Behzad Nouri" userId="7a31b03e-41e4-4c08-8da4-24f43cb7952b" providerId="ADAL" clId="{6AA35B34-C745-493F-BC98-BA82D3A8D164}" dt="2022-08-23T23:21:02.496" v="3" actId="478"/>
          <ac:cxnSpMkLst>
            <pc:docMk/>
            <pc:sldMk cId="2952544268" sldId="260"/>
            <ac:cxnSpMk id="90" creationId="{A236C498-E158-4100-BA44-EF8F7D9DA2E7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85" creationId="{8729BFC0-767C-4F50-AC46-C7C04C45D527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86" creationId="{289AE73B-BC74-4B1D-9F57-3E036F3AC365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96" creationId="{E35877C8-666E-40F6-89BE-F8E9D45B3C0C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97" creationId="{5F743B58-1AF5-4FD8-8FC4-5C8BCFEC8359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298" creationId="{619A706A-49A7-459D-9F90-18339D5F2B6B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00" creationId="{87B69343-FDCF-428A-BFA4-4952A23F2907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46" creationId="{DFD45969-1F60-4D83-932C-6EE68CBAD009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48" creationId="{5042A0F6-8DBA-4508-B81A-473915D7BD5B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49" creationId="{47A0C009-82DF-4979-BF46-7CE90D790EEC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50" creationId="{84B4D069-4288-4D04-90AC-DD5053AE2A68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51" creationId="{CBEE0AC2-BACF-434B-9002-90718B74B1F1}"/>
          </ac:cxnSpMkLst>
        </pc:cxnChg>
        <pc:cxnChg chg="mod">
          <ac:chgData name="Behzad Nouri" userId="7a31b03e-41e4-4c08-8da4-24f43cb7952b" providerId="ADAL" clId="{6AA35B34-C745-493F-BC98-BA82D3A8D164}" dt="2022-08-23T23:21:54.733" v="7"/>
          <ac:cxnSpMkLst>
            <pc:docMk/>
            <pc:sldMk cId="2952544268" sldId="260"/>
            <ac:cxnSpMk id="359" creationId="{8D7BE00A-D606-44CB-B799-8F6522D9058D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1" creationId="{71E65212-1796-4170-B560-9D9D57603B21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2" creationId="{3EDD9461-FBB3-4B44-A5D2-94EE6D453B46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3" creationId="{EF830E63-A4A0-416C-85CB-30C0D0C7615E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4" creationId="{C978D94A-9EC1-460E-8F96-EB8455FACB3E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5" creationId="{FFD90CB1-2FC8-4B8D-9A94-94375832E313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6" creationId="{EB4D9AA5-D6A8-4BA4-B8E2-E15BA0759679}"/>
          </ac:cxnSpMkLst>
        </pc:cxnChg>
        <pc:cxnChg chg="mod">
          <ac:chgData name="Behzad Nouri" userId="7a31b03e-41e4-4c08-8da4-24f43cb7952b" providerId="ADAL" clId="{6AA35B34-C745-493F-BC98-BA82D3A8D164}" dt="2022-08-23T23:24:38.808" v="57"/>
          <ac:cxnSpMkLst>
            <pc:docMk/>
            <pc:sldMk cId="2952544268" sldId="260"/>
            <ac:cxnSpMk id="367" creationId="{C19422AC-240F-4F16-BB4F-7FE506B60DF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599E-3D89-4D1F-B5B4-D0ADDD6A0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2B79E-41F4-4516-9DC6-1C26BE247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30EDD-9436-4BE3-B827-1AFE24EF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CD005-5C65-41B9-A113-3DB277D9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FD105-4DFB-49C6-A435-A72993BF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18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9D9D-9E26-466C-A45B-03FE1173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73553-BEFF-4844-8BC1-10B13541F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E566D-39CC-43A1-B7D7-799E1EE2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2DBBF-890C-4D7C-80CE-8106E6C6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3F9C-21D0-4135-A3CA-BCA62185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8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8F82-3CFF-4CC4-AD3A-32FFD5AA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79F85-0499-4D4A-B944-F95BABFB4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7C53-DA0F-461A-81B6-75BF25F3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FBF30-BBEB-425B-A69D-45BEF26B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EFC28-2685-4CC6-B8C3-46EC26C1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3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0E89-2979-4E38-B965-BD4CF87D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463E1-84DE-42A3-8734-0327EFD42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CD15C-8DF6-46DE-AAF8-CE0D9C799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7C682-188F-4027-9BA0-DC586BD3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F43F8-CCA6-48F1-B90D-B34C80BB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8A145-0C37-44D1-9B02-898B1EED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5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5250-4156-40F2-8652-FF0269C6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C722-003D-4C63-9BE9-57F860D11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C0142-3CEF-409C-9696-CE06158DC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9793D-F6DD-4BD1-91D2-2E9912419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F442CB-BC7D-4212-BBC0-1B2F3CD50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5AC90-C2F9-4A4D-9E8C-21E57978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A6BAC-E7A0-44AD-B0EB-E832B30B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A402E-0796-4292-AEFF-76F905CC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77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3ECE-60E6-4924-A1C1-E2E2D1E6C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F4F71-35E8-4730-8EF3-9E00D92E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6251A-D5FA-4AA5-BDD3-376EFA2E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99FBA-8CD9-4BF8-892F-847791D7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2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07A47-82D9-45C3-ADC4-72A6E861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F26B8-3220-4EF9-A484-F7EF5173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F30F4-428B-4684-A440-15E3C3E4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5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6F48-FFEE-4E3D-B5D4-A8C6489A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9E5DD-F7CC-43E4-93B1-77DC41050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24EB7-71BA-4BBA-81C7-900D62C7F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5117C-61CE-430B-983C-A805D6DB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BECAA-E43E-4DF6-9D10-E553AD43E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FFCA9-3048-4030-BCAC-479B96D4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36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DE206-57F2-4CFA-8F4E-F43AA0AA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8C1A6-FC01-4412-99CB-53F3C0427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FB9E3-9F9E-49C5-A51E-0ABFB149B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EC9F9-0DF5-4DF3-842C-ECDB3D45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58341-0F49-4371-8140-01D26305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1B973-99A0-4EA0-903F-9BEADB9E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6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92942-5EA7-4662-8542-C47E90FA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26269-00FF-4F3F-BD1F-7DA8305EE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BCB20-EFB6-4F81-B91D-EEA19A0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600F7-64A6-440F-9CCE-9C3F8E0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6AC47-B903-4DF5-AB69-67AEE10A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7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5E0A3-23B1-4AC3-BE2E-A133B69D8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1E5D9-1E72-437D-88A3-977F7C828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E8D4C-9B5D-4224-A542-890B1C869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11/04/2024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507E0-EF33-4040-94CA-3F6CBB45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E691D-6EF4-4EEB-AF7D-11AF1DE4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5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6EB5C-F9EE-4647-BBD0-A8F9884E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F53F4-EB15-452D-AD4A-803BEBD79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09442-8446-4F05-BEC3-11CF45B29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11/04/2024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3F01B-18C2-43E2-88C8-70CAE7C7F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1362-89BC-4E66-B6B3-495E30CEF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35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12104B-430A-4179-BE4A-590BFC1326E5}"/>
              </a:ext>
            </a:extLst>
          </p:cNvPr>
          <p:cNvSpPr txBox="1"/>
          <p:nvPr/>
        </p:nvSpPr>
        <p:spPr>
          <a:xfrm>
            <a:off x="-7235" y="-6543"/>
            <a:ext cx="381705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Circuit STD symbols (Linear)</a:t>
            </a:r>
          </a:p>
        </p:txBody>
      </p:sp>
      <p:grpSp>
        <p:nvGrpSpPr>
          <p:cNvPr id="6" name="Group 125">
            <a:extLst>
              <a:ext uri="{FF2B5EF4-FFF2-40B4-BE49-F238E27FC236}">
                <a16:creationId xmlns:a16="http://schemas.microsoft.com/office/drawing/2014/main" id="{5ADEE0C6-B753-4717-9731-1F99C6F5F130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3733835" y="1811307"/>
            <a:ext cx="533400" cy="304800"/>
            <a:chOff x="3962400" y="1219994"/>
            <a:chExt cx="533400" cy="3048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C60A17A-46C5-40A2-BB5D-F39C2843B7AB}"/>
                </a:ext>
              </a:extLst>
            </p:cNvPr>
            <p:cNvCxnSpPr/>
            <p:nvPr/>
          </p:nvCxnSpPr>
          <p:spPr>
            <a:xfrm>
              <a:off x="3962400" y="1370807"/>
              <a:ext cx="228600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549BF3-C69B-400E-A1E6-F25E0DD9870E}"/>
                </a:ext>
              </a:extLst>
            </p:cNvPr>
            <p:cNvCxnSpPr/>
            <p:nvPr/>
          </p:nvCxnSpPr>
          <p:spPr>
            <a:xfrm rot="5400000" flipH="1" flipV="1">
              <a:off x="4038601" y="1370806"/>
              <a:ext cx="304800" cy="31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4782536-8B9A-4946-82C2-4BFA8B424CAB}"/>
                </a:ext>
              </a:extLst>
            </p:cNvPr>
            <p:cNvCxnSpPr/>
            <p:nvPr/>
          </p:nvCxnSpPr>
          <p:spPr>
            <a:xfrm rot="5400000" flipH="1" flipV="1">
              <a:off x="4114801" y="1370806"/>
              <a:ext cx="304800" cy="31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4A64924-3800-4323-A5F5-703A1F8E9E9D}"/>
                </a:ext>
              </a:extLst>
            </p:cNvPr>
            <p:cNvCxnSpPr/>
            <p:nvPr/>
          </p:nvCxnSpPr>
          <p:spPr>
            <a:xfrm>
              <a:off x="4267200" y="1370807"/>
              <a:ext cx="228600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97">
            <a:extLst>
              <a:ext uri="{FF2B5EF4-FFF2-40B4-BE49-F238E27FC236}">
                <a16:creationId xmlns:a16="http://schemas.microsoft.com/office/drawing/2014/main" id="{B41A53DF-9C2D-4412-A577-946AA6130C87}"/>
              </a:ext>
            </a:extLst>
          </p:cNvPr>
          <p:cNvGrpSpPr>
            <a:grpSpLocks/>
          </p:cNvGrpSpPr>
          <p:nvPr/>
        </p:nvGrpSpPr>
        <p:grpSpPr bwMode="auto">
          <a:xfrm>
            <a:off x="3859627" y="1107400"/>
            <a:ext cx="304800" cy="382587"/>
            <a:chOff x="2209800" y="152400"/>
            <a:chExt cx="457200" cy="38179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3B7261-B246-488C-8723-D093FAA71E83}"/>
                </a:ext>
              </a:extLst>
            </p:cNvPr>
            <p:cNvCxnSpPr/>
            <p:nvPr/>
          </p:nvCxnSpPr>
          <p:spPr>
            <a:xfrm>
              <a:off x="2209800" y="304484"/>
              <a:ext cx="457200" cy="1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5D45B9-0C7D-4057-A5F7-1E7F56E7B247}"/>
                </a:ext>
              </a:extLst>
            </p:cNvPr>
            <p:cNvCxnSpPr/>
            <p:nvPr/>
          </p:nvCxnSpPr>
          <p:spPr>
            <a:xfrm rot="5400000" flipH="1" flipV="1">
              <a:off x="2362358" y="458152"/>
              <a:ext cx="15208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59">
              <a:extLst>
                <a:ext uri="{FF2B5EF4-FFF2-40B4-BE49-F238E27FC236}">
                  <a16:creationId xmlns:a16="http://schemas.microsoft.com/office/drawing/2014/main" id="{E5C6188C-6F7D-4AAF-B04F-355988939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381000"/>
              <a:ext cx="457200" cy="152400"/>
              <a:chOff x="2971800" y="533400"/>
              <a:chExt cx="228600" cy="304800"/>
            </a:xfrm>
          </p:grpSpPr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2566EC8F-90EE-481D-9760-40E7932AA3D2}"/>
                  </a:ext>
                </a:extLst>
              </p:cNvPr>
              <p:cNvSpPr/>
              <p:nvPr/>
            </p:nvSpPr>
            <p:spPr>
              <a:xfrm>
                <a:off x="2971800" y="532452"/>
                <a:ext cx="228600" cy="304167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DD38C86F-00E2-4533-8610-695867257414}"/>
                  </a:ext>
                </a:extLst>
              </p:cNvPr>
              <p:cNvSpPr/>
              <p:nvPr/>
            </p:nvSpPr>
            <p:spPr>
              <a:xfrm flipH="1">
                <a:off x="2971800" y="532452"/>
                <a:ext cx="228600" cy="304167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0CC6B-C67F-4A2A-983F-710CF3F6E5F0}"/>
                </a:ext>
              </a:extLst>
            </p:cNvPr>
            <p:cNvCxnSpPr/>
            <p:nvPr/>
          </p:nvCxnSpPr>
          <p:spPr>
            <a:xfrm rot="5400000" flipH="1" flipV="1">
              <a:off x="2363549" y="227251"/>
              <a:ext cx="152084" cy="23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65">
            <a:extLst>
              <a:ext uri="{FF2B5EF4-FFF2-40B4-BE49-F238E27FC236}">
                <a16:creationId xmlns:a16="http://schemas.microsoft.com/office/drawing/2014/main" id="{481879FA-4D83-4B28-A1EC-3106815F9679}"/>
              </a:ext>
            </a:extLst>
          </p:cNvPr>
          <p:cNvGrpSpPr>
            <a:grpSpLocks/>
          </p:cNvGrpSpPr>
          <p:nvPr/>
        </p:nvGrpSpPr>
        <p:grpSpPr bwMode="auto">
          <a:xfrm>
            <a:off x="519742" y="2702100"/>
            <a:ext cx="792667" cy="221663"/>
            <a:chOff x="2825298" y="533400"/>
            <a:chExt cx="981753" cy="3048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F5975-B1C9-46B5-9B1A-F0296FC139B5}"/>
                </a:ext>
              </a:extLst>
            </p:cNvPr>
            <p:cNvCxnSpPr/>
            <p:nvPr/>
          </p:nvCxnSpPr>
          <p:spPr>
            <a:xfrm>
              <a:off x="2825298" y="67270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75A4AF7-9284-40F9-A2BD-90D18001EA73}"/>
                </a:ext>
              </a:extLst>
            </p:cNvPr>
            <p:cNvCxnSpPr/>
            <p:nvPr/>
          </p:nvCxnSpPr>
          <p:spPr>
            <a:xfrm>
              <a:off x="3654651" y="675979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55">
              <a:extLst>
                <a:ext uri="{FF2B5EF4-FFF2-40B4-BE49-F238E27FC236}">
                  <a16:creationId xmlns:a16="http://schemas.microsoft.com/office/drawing/2014/main" id="{F186E088-7F0D-4052-ABCE-E8CA3197AB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800" y="533400"/>
              <a:ext cx="228600" cy="304800"/>
              <a:chOff x="2971800" y="533400"/>
              <a:chExt cx="228600" cy="304800"/>
            </a:xfrm>
          </p:grpSpPr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C072F803-69C0-4623-B950-ED868241ABCD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2E08BED-1DB6-4EDA-81F3-6518561544FA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22" name="Group 56">
              <a:extLst>
                <a:ext uri="{FF2B5EF4-FFF2-40B4-BE49-F238E27FC236}">
                  <a16:creationId xmlns:a16="http://schemas.microsoft.com/office/drawing/2014/main" id="{9608E874-F8B8-4350-87B2-2BBADF9D8E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533400"/>
              <a:ext cx="228600" cy="304800"/>
              <a:chOff x="2971800" y="533400"/>
              <a:chExt cx="228600" cy="304800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9B59AB98-FBD8-4C86-A0E0-62B0A8A222B8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A2985AC6-6758-4C62-8249-C0409E3AA38B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23" name="Group 59">
              <a:extLst>
                <a:ext uri="{FF2B5EF4-FFF2-40B4-BE49-F238E27FC236}">
                  <a16:creationId xmlns:a16="http://schemas.microsoft.com/office/drawing/2014/main" id="{04601227-27DA-430A-81D2-DAF21E5225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533400"/>
              <a:ext cx="228600" cy="304800"/>
              <a:chOff x="2971800" y="533400"/>
              <a:chExt cx="228600" cy="304800"/>
            </a:xfrm>
          </p:grpSpPr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C4EADA57-6395-4C8E-A758-41B79B2CFE4E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A6EA2230-E6DF-40F3-8581-B6714A647563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30" name="Group 79">
            <a:extLst>
              <a:ext uri="{FF2B5EF4-FFF2-40B4-BE49-F238E27FC236}">
                <a16:creationId xmlns:a16="http://schemas.microsoft.com/office/drawing/2014/main" id="{8F01D0A1-6E53-4A77-B6F6-27B1D9EAA932}"/>
              </a:ext>
            </a:extLst>
          </p:cNvPr>
          <p:cNvGrpSpPr>
            <a:grpSpLocks/>
          </p:cNvGrpSpPr>
          <p:nvPr/>
        </p:nvGrpSpPr>
        <p:grpSpPr bwMode="auto">
          <a:xfrm>
            <a:off x="2755755" y="2751906"/>
            <a:ext cx="546786" cy="198111"/>
            <a:chOff x="2975104" y="152400"/>
            <a:chExt cx="758696" cy="30480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1D8CEB1-6AD7-4777-B371-D2A6FCB1DE48}"/>
                </a:ext>
              </a:extLst>
            </p:cNvPr>
            <p:cNvCxnSpPr/>
            <p:nvPr/>
          </p:nvCxnSpPr>
          <p:spPr>
            <a:xfrm>
              <a:off x="2975104" y="290148"/>
              <a:ext cx="152399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B412-D5F1-4185-AEBD-D2F77B4A9D87}"/>
                </a:ext>
              </a:extLst>
            </p:cNvPr>
            <p:cNvCxnSpPr/>
            <p:nvPr/>
          </p:nvCxnSpPr>
          <p:spPr>
            <a:xfrm>
              <a:off x="3581401" y="290148"/>
              <a:ext cx="152399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55">
              <a:extLst>
                <a:ext uri="{FF2B5EF4-FFF2-40B4-BE49-F238E27FC236}">
                  <a16:creationId xmlns:a16="http://schemas.microsoft.com/office/drawing/2014/main" id="{26AA4617-71F6-48ED-B5E9-756329704F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152400"/>
              <a:ext cx="228600" cy="304800"/>
              <a:chOff x="2971800" y="533400"/>
              <a:chExt cx="228600" cy="304800"/>
            </a:xfrm>
          </p:grpSpPr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A2010592-D1A6-46B1-BFA5-84E268DF1177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04E1798D-8D65-45C5-8F3B-AA16E6A65332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34" name="Group 56">
              <a:extLst>
                <a:ext uri="{FF2B5EF4-FFF2-40B4-BE49-F238E27FC236}">
                  <a16:creationId xmlns:a16="http://schemas.microsoft.com/office/drawing/2014/main" id="{DBFD7363-7408-48BE-BF31-34F8BD8DB3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152400"/>
              <a:ext cx="228600" cy="304800"/>
              <a:chOff x="2971800" y="533400"/>
              <a:chExt cx="228600" cy="304800"/>
            </a:xfrm>
          </p:grpSpPr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A86975F5-63E4-4141-916D-D7EE716A4289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B4E1BFEB-C601-46EF-90E2-5A8A26CB8BD5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39" name="Group 95">
            <a:extLst>
              <a:ext uri="{FF2B5EF4-FFF2-40B4-BE49-F238E27FC236}">
                <a16:creationId xmlns:a16="http://schemas.microsoft.com/office/drawing/2014/main" id="{91B2FEAB-4DAE-4F21-B6E4-DCA9E64F69E2}"/>
              </a:ext>
            </a:extLst>
          </p:cNvPr>
          <p:cNvGrpSpPr>
            <a:grpSpLocks/>
          </p:cNvGrpSpPr>
          <p:nvPr/>
        </p:nvGrpSpPr>
        <p:grpSpPr bwMode="auto">
          <a:xfrm>
            <a:off x="1532103" y="2720466"/>
            <a:ext cx="1036894" cy="219353"/>
            <a:chOff x="2977348" y="2438400"/>
            <a:chExt cx="1208102" cy="3048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8DFAF19-8537-4F11-BD9A-9BF299515298}"/>
                </a:ext>
              </a:extLst>
            </p:cNvPr>
            <p:cNvCxnSpPr/>
            <p:nvPr/>
          </p:nvCxnSpPr>
          <p:spPr>
            <a:xfrm>
              <a:off x="2977348" y="2577567"/>
              <a:ext cx="152401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ABE4CE-9562-45DA-BB93-641C7E76EF8F}"/>
                </a:ext>
              </a:extLst>
            </p:cNvPr>
            <p:cNvCxnSpPr/>
            <p:nvPr/>
          </p:nvCxnSpPr>
          <p:spPr>
            <a:xfrm>
              <a:off x="4033051" y="2577567"/>
              <a:ext cx="152399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55">
              <a:extLst>
                <a:ext uri="{FF2B5EF4-FFF2-40B4-BE49-F238E27FC236}">
                  <a16:creationId xmlns:a16="http://schemas.microsoft.com/office/drawing/2014/main" id="{6F2775A7-72EC-4B48-85B2-8D3EAB455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2438400"/>
              <a:ext cx="228600" cy="304800"/>
              <a:chOff x="2971800" y="533400"/>
              <a:chExt cx="228600" cy="304800"/>
            </a:xfrm>
          </p:grpSpPr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EBC72671-EBB7-4BFA-95FE-0AF52521D557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B1A64590-29C4-40E9-BCE6-9E8F0488928D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3" name="Group 56">
              <a:extLst>
                <a:ext uri="{FF2B5EF4-FFF2-40B4-BE49-F238E27FC236}">
                  <a16:creationId xmlns:a16="http://schemas.microsoft.com/office/drawing/2014/main" id="{95628F41-87CE-4FEA-B52F-4908EF879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2438400"/>
              <a:ext cx="228600" cy="304800"/>
              <a:chOff x="2971800" y="533400"/>
              <a:chExt cx="228600" cy="304800"/>
            </a:xfrm>
          </p:grpSpPr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6985EBA0-DA2E-4310-AE84-48B699689A8B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A55EB902-6EF1-4E8B-9DD3-BD9C781A4F06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4" name="Group 59">
              <a:extLst>
                <a:ext uri="{FF2B5EF4-FFF2-40B4-BE49-F238E27FC236}">
                  <a16:creationId xmlns:a16="http://schemas.microsoft.com/office/drawing/2014/main" id="{E3675DC0-2604-4EA5-A08F-8E4542EA72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1400" y="2438400"/>
              <a:ext cx="228600" cy="304800"/>
              <a:chOff x="2971800" y="533400"/>
              <a:chExt cx="228600" cy="304800"/>
            </a:xfrm>
          </p:grpSpPr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A7AA4673-40C4-42E2-9A75-32423E05D107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A3A26226-6A7B-4C1D-B6CA-2F404D0A7674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5" name="Group 59">
              <a:extLst>
                <a:ext uri="{FF2B5EF4-FFF2-40B4-BE49-F238E27FC236}">
                  <a16:creationId xmlns:a16="http://schemas.microsoft.com/office/drawing/2014/main" id="{EA36C899-C0F7-405F-99C4-666D885D85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0" y="2438400"/>
              <a:ext cx="228600" cy="304800"/>
              <a:chOff x="2971800" y="533400"/>
              <a:chExt cx="228600" cy="304800"/>
            </a:xfrm>
          </p:grpSpPr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31427D5F-9DF6-44D6-941F-8617B08B865E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7" name="Arc 46">
                <a:extLst>
                  <a:ext uri="{FF2B5EF4-FFF2-40B4-BE49-F238E27FC236}">
                    <a16:creationId xmlns:a16="http://schemas.microsoft.com/office/drawing/2014/main" id="{7157071D-741F-4D60-A4C1-4EF91F4E632B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54" name="Group 207">
            <a:extLst>
              <a:ext uri="{FF2B5EF4-FFF2-40B4-BE49-F238E27FC236}">
                <a16:creationId xmlns:a16="http://schemas.microsoft.com/office/drawing/2014/main" id="{6CAF6251-799E-433B-9167-84E54F62C11A}"/>
              </a:ext>
            </a:extLst>
          </p:cNvPr>
          <p:cNvGrpSpPr>
            <a:grpSpLocks/>
          </p:cNvGrpSpPr>
          <p:nvPr/>
        </p:nvGrpSpPr>
        <p:grpSpPr bwMode="auto">
          <a:xfrm>
            <a:off x="1753044" y="614304"/>
            <a:ext cx="376238" cy="227012"/>
            <a:chOff x="309562" y="1296193"/>
            <a:chExt cx="376238" cy="22780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4FE259D-B7CF-460E-8E21-5C2A5FD9462E}"/>
                </a:ext>
              </a:extLst>
            </p:cNvPr>
            <p:cNvCxnSpPr/>
            <p:nvPr/>
          </p:nvCxnSpPr>
          <p:spPr>
            <a:xfrm>
              <a:off x="381000" y="1371067"/>
              <a:ext cx="304800" cy="15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53885A3-718D-48FE-B854-A140D49941A6}"/>
                </a:ext>
              </a:extLst>
            </p:cNvPr>
            <p:cNvCxnSpPr/>
            <p:nvPr/>
          </p:nvCxnSpPr>
          <p:spPr>
            <a:xfrm rot="5400000" flipH="1" flipV="1">
              <a:off x="271989" y="1406250"/>
              <a:ext cx="152933" cy="777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DF5D95-AED5-48EE-93B6-3465C11C4EA9}"/>
                </a:ext>
              </a:extLst>
            </p:cNvPr>
            <p:cNvCxnSpPr/>
            <p:nvPr/>
          </p:nvCxnSpPr>
          <p:spPr>
            <a:xfrm rot="5400000" flipH="1" flipV="1">
              <a:off x="495168" y="1332839"/>
              <a:ext cx="76467" cy="31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E04A26A-45B0-4774-8FC1-CF4253AB0796}"/>
                </a:ext>
              </a:extLst>
            </p:cNvPr>
            <p:cNvCxnSpPr/>
            <p:nvPr/>
          </p:nvCxnSpPr>
          <p:spPr>
            <a:xfrm rot="5400000" flipH="1" flipV="1">
              <a:off x="343427" y="1408639"/>
              <a:ext cx="152933" cy="777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68EFA45-A686-4BE0-BE2C-17099360DC4A}"/>
                </a:ext>
              </a:extLst>
            </p:cNvPr>
            <p:cNvCxnSpPr/>
            <p:nvPr/>
          </p:nvCxnSpPr>
          <p:spPr>
            <a:xfrm rot="5400000" flipH="1" flipV="1">
              <a:off x="419627" y="1408639"/>
              <a:ext cx="152933" cy="777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CEA8FCB-873D-4D0F-890A-AD14594AD15A}"/>
                </a:ext>
              </a:extLst>
            </p:cNvPr>
            <p:cNvCxnSpPr/>
            <p:nvPr/>
          </p:nvCxnSpPr>
          <p:spPr>
            <a:xfrm rot="5400000" flipH="1" flipV="1">
              <a:off x="494240" y="1408639"/>
              <a:ext cx="152933" cy="777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56DF805-4C89-4DEB-BCA2-746DA3F5AB8F}"/>
                </a:ext>
              </a:extLst>
            </p:cNvPr>
            <p:cNvCxnSpPr/>
            <p:nvPr/>
          </p:nvCxnSpPr>
          <p:spPr>
            <a:xfrm rot="5400000" flipH="1" flipV="1">
              <a:off x="563297" y="1403861"/>
              <a:ext cx="152933" cy="777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208">
            <a:extLst>
              <a:ext uri="{FF2B5EF4-FFF2-40B4-BE49-F238E27FC236}">
                <a16:creationId xmlns:a16="http://schemas.microsoft.com/office/drawing/2014/main" id="{9B791B66-A3A4-44BB-BABD-A374BF2E6D3C}"/>
              </a:ext>
            </a:extLst>
          </p:cNvPr>
          <p:cNvGrpSpPr>
            <a:grpSpLocks/>
          </p:cNvGrpSpPr>
          <p:nvPr/>
        </p:nvGrpSpPr>
        <p:grpSpPr bwMode="auto">
          <a:xfrm>
            <a:off x="793685" y="561386"/>
            <a:ext cx="457200" cy="231706"/>
            <a:chOff x="304800" y="1599480"/>
            <a:chExt cx="457200" cy="23090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876D4C5-E4C8-46D7-95D0-FA42A9F268F6}"/>
                </a:ext>
              </a:extLst>
            </p:cNvPr>
            <p:cNvCxnSpPr/>
            <p:nvPr/>
          </p:nvCxnSpPr>
          <p:spPr>
            <a:xfrm>
              <a:off x="304800" y="1676931"/>
              <a:ext cx="457200" cy="15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8728A3E-E47C-40CA-A4F3-A8FF89D32DB1}"/>
                </a:ext>
              </a:extLst>
            </p:cNvPr>
            <p:cNvCxnSpPr/>
            <p:nvPr/>
          </p:nvCxnSpPr>
          <p:spPr>
            <a:xfrm>
              <a:off x="457200" y="1828806"/>
              <a:ext cx="153988" cy="15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CEF8A44-58AB-4288-AC04-49CA03FB4AB1}"/>
                </a:ext>
              </a:extLst>
            </p:cNvPr>
            <p:cNvCxnSpPr/>
            <p:nvPr/>
          </p:nvCxnSpPr>
          <p:spPr>
            <a:xfrm flipV="1">
              <a:off x="531813" y="1599480"/>
              <a:ext cx="2" cy="774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2B730BA-8F9B-4968-A927-F61F164F903F}"/>
                </a:ext>
              </a:extLst>
            </p:cNvPr>
            <p:cNvCxnSpPr/>
            <p:nvPr/>
          </p:nvCxnSpPr>
          <p:spPr>
            <a:xfrm>
              <a:off x="381000" y="1752869"/>
              <a:ext cx="304800" cy="15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FACD72F-9AE0-4678-9AA2-BFA175320A80}"/>
              </a:ext>
            </a:extLst>
          </p:cNvPr>
          <p:cNvGrpSpPr/>
          <p:nvPr/>
        </p:nvGrpSpPr>
        <p:grpSpPr>
          <a:xfrm>
            <a:off x="483957" y="3293035"/>
            <a:ext cx="379037" cy="989991"/>
            <a:chOff x="2445623" y="1110344"/>
            <a:chExt cx="505382" cy="1319988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9CD1CC0B-5DD8-4DD3-965B-128930F7DA76}"/>
                </a:ext>
              </a:extLst>
            </p:cNvPr>
            <p:cNvSpPr/>
            <p:nvPr/>
          </p:nvSpPr>
          <p:spPr>
            <a:xfrm>
              <a:off x="2540898" y="1432290"/>
              <a:ext cx="410107" cy="404602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7E49665-23CD-4EC5-AC19-4DC2846B25AB}"/>
                </a:ext>
              </a:extLst>
            </p:cNvPr>
            <p:cNvSpPr/>
            <p:nvPr/>
          </p:nvSpPr>
          <p:spPr>
            <a:xfrm>
              <a:off x="2546403" y="1675598"/>
              <a:ext cx="404602" cy="404602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CAD4A4B-E518-4860-AC52-B08CE1C8BA69}"/>
                </a:ext>
              </a:extLst>
            </p:cNvPr>
            <p:cNvCxnSpPr>
              <a:stCxn id="84" idx="0"/>
            </p:cNvCxnSpPr>
            <p:nvPr/>
          </p:nvCxnSpPr>
          <p:spPr>
            <a:xfrm flipH="1" flipV="1">
              <a:off x="2737696" y="1110344"/>
              <a:ext cx="8256" cy="32194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6168636-F853-4919-8CE3-E84DA63AE261}"/>
                </a:ext>
              </a:extLst>
            </p:cNvPr>
            <p:cNvCxnSpPr>
              <a:stCxn id="85" idx="4"/>
            </p:cNvCxnSpPr>
            <p:nvPr/>
          </p:nvCxnSpPr>
          <p:spPr>
            <a:xfrm>
              <a:off x="2748704" y="2080200"/>
              <a:ext cx="0" cy="35013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BA15F18-A7E0-4A5B-9C9C-147440D79270}"/>
                </a:ext>
              </a:extLst>
            </p:cNvPr>
            <p:cNvCxnSpPr/>
            <p:nvPr/>
          </p:nvCxnSpPr>
          <p:spPr>
            <a:xfrm flipV="1">
              <a:off x="2445623" y="1518022"/>
              <a:ext cx="7065" cy="45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040AE13-33C0-402F-A0ED-69B890A9CD29}"/>
              </a:ext>
            </a:extLst>
          </p:cNvPr>
          <p:cNvGrpSpPr/>
          <p:nvPr/>
        </p:nvGrpSpPr>
        <p:grpSpPr>
          <a:xfrm>
            <a:off x="3416613" y="3414235"/>
            <a:ext cx="415355" cy="842141"/>
            <a:chOff x="2533860" y="3502889"/>
            <a:chExt cx="415355" cy="842141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834F4220-A7B2-4513-AB23-4599AC3D7C8B}"/>
                </a:ext>
              </a:extLst>
            </p:cNvPr>
            <p:cNvGrpSpPr/>
            <p:nvPr/>
          </p:nvGrpSpPr>
          <p:grpSpPr>
            <a:xfrm>
              <a:off x="2533860" y="3502889"/>
              <a:ext cx="307580" cy="842141"/>
              <a:chOff x="2533860" y="3502889"/>
              <a:chExt cx="307580" cy="842141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CDF165BB-97EF-4AB8-8225-8957A4CBF80E}"/>
                  </a:ext>
                </a:extLst>
              </p:cNvPr>
              <p:cNvSpPr/>
              <p:nvPr/>
            </p:nvSpPr>
            <p:spPr>
              <a:xfrm>
                <a:off x="2533860" y="3775104"/>
                <a:ext cx="307580" cy="30345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CA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A236C498-E158-4100-BA44-EF8F7D9DA2E7}"/>
                  </a:ext>
                </a:extLst>
              </p:cNvPr>
              <p:cNvCxnSpPr>
                <a:cxnSpLocks/>
                <a:stCxn id="89" idx="0"/>
              </p:cNvCxnSpPr>
              <p:nvPr/>
            </p:nvCxnSpPr>
            <p:spPr>
              <a:xfrm flipH="1" flipV="1">
                <a:off x="2686548" y="3502889"/>
                <a:ext cx="1102" cy="27221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272865B-02DC-47FE-9428-B4793C64F3A7}"/>
                  </a:ext>
                </a:extLst>
              </p:cNvPr>
              <p:cNvCxnSpPr/>
              <p:nvPr/>
            </p:nvCxnSpPr>
            <p:spPr>
              <a:xfrm>
                <a:off x="2689714" y="4082431"/>
                <a:ext cx="0" cy="26259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Freeform 29">
                <a:extLst>
                  <a:ext uri="{FF2B5EF4-FFF2-40B4-BE49-F238E27FC236}">
                    <a16:creationId xmlns:a16="http://schemas.microsoft.com/office/drawing/2014/main" id="{2BAA9201-88B0-4554-B59E-218F2CD35EA4}"/>
                  </a:ext>
                </a:extLst>
              </p:cNvPr>
              <p:cNvSpPr/>
              <p:nvPr/>
            </p:nvSpPr>
            <p:spPr>
              <a:xfrm>
                <a:off x="2572099" y="3875997"/>
                <a:ext cx="235051" cy="111689"/>
              </a:xfrm>
              <a:custGeom>
                <a:avLst/>
                <a:gdLst>
                  <a:gd name="connsiteX0" fmla="*/ 0 w 304800"/>
                  <a:gd name="connsiteY0" fmla="*/ 158464 h 298145"/>
                  <a:gd name="connsiteX1" fmla="*/ 85725 w 304800"/>
                  <a:gd name="connsiteY1" fmla="*/ 3683 h 298145"/>
                  <a:gd name="connsiteX2" fmla="*/ 207169 w 304800"/>
                  <a:gd name="connsiteY2" fmla="*/ 296576 h 298145"/>
                  <a:gd name="connsiteX3" fmla="*/ 304800 w 304800"/>
                  <a:gd name="connsiteY3" fmla="*/ 127508 h 298145"/>
                  <a:gd name="connsiteX4" fmla="*/ 304800 w 304800"/>
                  <a:gd name="connsiteY4" fmla="*/ 127508 h 298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0" h="298145">
                    <a:moveTo>
                      <a:pt x="0" y="158464"/>
                    </a:moveTo>
                    <a:cubicBezTo>
                      <a:pt x="25598" y="69564"/>
                      <a:pt x="51197" y="-19336"/>
                      <a:pt x="85725" y="3683"/>
                    </a:cubicBezTo>
                    <a:cubicBezTo>
                      <a:pt x="120253" y="26702"/>
                      <a:pt x="170657" y="275939"/>
                      <a:pt x="207169" y="296576"/>
                    </a:cubicBezTo>
                    <a:cubicBezTo>
                      <a:pt x="243682" y="317214"/>
                      <a:pt x="304800" y="127508"/>
                      <a:pt x="304800" y="127508"/>
                    </a:cubicBezTo>
                    <a:lnTo>
                      <a:pt x="304800" y="127508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C30778F-FEC9-436D-A816-CF6A06142946}"/>
                </a:ext>
              </a:extLst>
            </p:cNvPr>
            <p:cNvSpPr txBox="1"/>
            <p:nvPr/>
          </p:nvSpPr>
          <p:spPr>
            <a:xfrm>
              <a:off x="2646007" y="3539364"/>
              <a:ext cx="292068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endParaRPr lang="en-CA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23646CD-FF0D-4F0E-8D95-B718E7AC84FC}"/>
                </a:ext>
              </a:extLst>
            </p:cNvPr>
            <p:cNvSpPr txBox="1"/>
            <p:nvPr/>
          </p:nvSpPr>
          <p:spPr>
            <a:xfrm>
              <a:off x="2657147" y="4005710"/>
              <a:ext cx="292068" cy="30777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endParaRPr lang="en-CA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6EFF253-F43D-4240-8F2A-874A771EB2C8}"/>
              </a:ext>
            </a:extLst>
          </p:cNvPr>
          <p:cNvGrpSpPr/>
          <p:nvPr/>
        </p:nvGrpSpPr>
        <p:grpSpPr>
          <a:xfrm>
            <a:off x="4145078" y="3422945"/>
            <a:ext cx="415762" cy="772757"/>
            <a:chOff x="3386719" y="3489618"/>
            <a:chExt cx="415762" cy="77275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BD27E65-FB83-4CF6-920D-FB5692EBEEAB}"/>
                </a:ext>
              </a:extLst>
            </p:cNvPr>
            <p:cNvGrpSpPr/>
            <p:nvPr/>
          </p:nvGrpSpPr>
          <p:grpSpPr>
            <a:xfrm>
              <a:off x="3386719" y="3489618"/>
              <a:ext cx="314326" cy="772757"/>
              <a:chOff x="3386719" y="3489618"/>
              <a:chExt cx="314326" cy="772757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F5E1EBF5-4F8C-46AC-AB2F-38137AA189D5}"/>
                  </a:ext>
                </a:extLst>
              </p:cNvPr>
              <p:cNvCxnSpPr/>
              <p:nvPr/>
            </p:nvCxnSpPr>
            <p:spPr>
              <a:xfrm>
                <a:off x="3386719" y="3849283"/>
                <a:ext cx="3143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EAD8CDDF-6017-427C-A286-98C6ED689F8B}"/>
                  </a:ext>
                </a:extLst>
              </p:cNvPr>
              <p:cNvCxnSpPr/>
              <p:nvPr/>
            </p:nvCxnSpPr>
            <p:spPr>
              <a:xfrm>
                <a:off x="3466729" y="3912528"/>
                <a:ext cx="16002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4D7DA573-7190-48F4-8045-E75F655E59E2}"/>
                  </a:ext>
                </a:extLst>
              </p:cNvPr>
              <p:cNvCxnSpPr/>
              <p:nvPr/>
            </p:nvCxnSpPr>
            <p:spPr>
              <a:xfrm flipV="1">
                <a:off x="3538167" y="3489618"/>
                <a:ext cx="0" cy="3555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144ED5D8-78F0-4C69-877F-3AB974AE3F1E}"/>
                  </a:ext>
                </a:extLst>
              </p:cNvPr>
              <p:cNvCxnSpPr/>
              <p:nvPr/>
            </p:nvCxnSpPr>
            <p:spPr>
              <a:xfrm flipV="1">
                <a:off x="3543882" y="3906813"/>
                <a:ext cx="0" cy="3555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1E8AA42-BE0D-4248-81AB-B5372BC2579E}"/>
                </a:ext>
              </a:extLst>
            </p:cNvPr>
            <p:cNvSpPr txBox="1"/>
            <p:nvPr/>
          </p:nvSpPr>
          <p:spPr>
            <a:xfrm>
              <a:off x="3500448" y="3582000"/>
              <a:ext cx="292068" cy="30777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endParaRPr lang="en-CA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0DDF6D2-0775-49FF-9CC8-5BEDCBCDDE77}"/>
                </a:ext>
              </a:extLst>
            </p:cNvPr>
            <p:cNvSpPr txBox="1"/>
            <p:nvPr/>
          </p:nvSpPr>
          <p:spPr>
            <a:xfrm>
              <a:off x="3510413" y="3859906"/>
              <a:ext cx="292068" cy="30777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endParaRPr lang="en-CA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C4812C5-4335-4F4C-81B9-6F41B9A8C506}"/>
              </a:ext>
            </a:extLst>
          </p:cNvPr>
          <p:cNvGrpSpPr/>
          <p:nvPr/>
        </p:nvGrpSpPr>
        <p:grpSpPr>
          <a:xfrm>
            <a:off x="2716462" y="3434314"/>
            <a:ext cx="307580" cy="850136"/>
            <a:chOff x="1833709" y="3522968"/>
            <a:chExt cx="307580" cy="85013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4C92359-F672-4F4D-91F1-21C5BAEF14B2}"/>
                </a:ext>
              </a:extLst>
            </p:cNvPr>
            <p:cNvGrpSpPr/>
            <p:nvPr/>
          </p:nvGrpSpPr>
          <p:grpSpPr>
            <a:xfrm>
              <a:off x="1833709" y="3522968"/>
              <a:ext cx="307580" cy="850136"/>
              <a:chOff x="1833709" y="3522968"/>
              <a:chExt cx="307580" cy="850136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49CAAFF4-69EA-483F-916C-7A91EC47A6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2281" y="4090085"/>
                <a:ext cx="1668" cy="2830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AED040BF-542D-4DBD-98C1-63DEDC4559F0}"/>
                  </a:ext>
                </a:extLst>
              </p:cNvPr>
              <p:cNvCxnSpPr/>
              <p:nvPr/>
            </p:nvCxnSpPr>
            <p:spPr>
              <a:xfrm>
                <a:off x="1981987" y="3522968"/>
                <a:ext cx="0" cy="2625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ECF2969-B9E2-41CC-9CB8-8A72186D17BB}"/>
                  </a:ext>
                </a:extLst>
              </p:cNvPr>
              <p:cNvSpPr/>
              <p:nvPr/>
            </p:nvSpPr>
            <p:spPr>
              <a:xfrm>
                <a:off x="1833709" y="3785567"/>
                <a:ext cx="307580" cy="30345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CA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0D47BD9-BD9D-4736-9BEC-BAE84C3F9B3F}"/>
                </a:ext>
              </a:extLst>
            </p:cNvPr>
            <p:cNvSpPr txBox="1"/>
            <p:nvPr/>
          </p:nvSpPr>
          <p:spPr>
            <a:xfrm>
              <a:off x="1839635" y="3706018"/>
              <a:ext cx="271007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endParaRPr lang="en-CA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36495CA-5F5D-41F4-8E4F-46C2887BCBEC}"/>
                </a:ext>
              </a:extLst>
            </p:cNvPr>
            <p:cNvSpPr txBox="1"/>
            <p:nvPr/>
          </p:nvSpPr>
          <p:spPr>
            <a:xfrm>
              <a:off x="1840303" y="3896075"/>
              <a:ext cx="28336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endParaRPr lang="en-CA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B188BC5-18ED-407E-8E1E-24DE143AF41D}"/>
              </a:ext>
            </a:extLst>
          </p:cNvPr>
          <p:cNvGrpSpPr/>
          <p:nvPr/>
        </p:nvGrpSpPr>
        <p:grpSpPr>
          <a:xfrm>
            <a:off x="4886624" y="3669216"/>
            <a:ext cx="314326" cy="356362"/>
            <a:chOff x="3577371" y="3537440"/>
            <a:chExt cx="314326" cy="356362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5170693B-9BF3-403E-B3F6-7FA2EBEE9026}"/>
                </a:ext>
              </a:extLst>
            </p:cNvPr>
            <p:cNvCxnSpPr/>
            <p:nvPr/>
          </p:nvCxnSpPr>
          <p:spPr>
            <a:xfrm>
              <a:off x="3577371" y="3663190"/>
              <a:ext cx="31432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8B58902-171F-4774-B46C-D8AFE479EF15}"/>
                </a:ext>
              </a:extLst>
            </p:cNvPr>
            <p:cNvCxnSpPr/>
            <p:nvPr/>
          </p:nvCxnSpPr>
          <p:spPr>
            <a:xfrm>
              <a:off x="3657381" y="3726435"/>
              <a:ext cx="1600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FF1B2C3-62FF-4BB4-B6C6-4EC6242588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26960" y="3537440"/>
              <a:ext cx="1860" cy="12164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646FEB3-1880-47B5-B0DD-45B09DB9A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4534" y="3720720"/>
              <a:ext cx="0" cy="1730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9EF12B8-F6E0-4861-BBDD-058DBD1613BF}"/>
              </a:ext>
            </a:extLst>
          </p:cNvPr>
          <p:cNvGrpSpPr/>
          <p:nvPr/>
        </p:nvGrpSpPr>
        <p:grpSpPr>
          <a:xfrm>
            <a:off x="5732561" y="2561015"/>
            <a:ext cx="292068" cy="623702"/>
            <a:chOff x="4345931" y="3159591"/>
            <a:chExt cx="292068" cy="623702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26C314F-044B-431F-8960-C145B8098C12}"/>
                </a:ext>
              </a:extLst>
            </p:cNvPr>
            <p:cNvSpPr txBox="1"/>
            <p:nvPr/>
          </p:nvSpPr>
          <p:spPr>
            <a:xfrm>
              <a:off x="4345931" y="3159591"/>
              <a:ext cx="292068" cy="30777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endParaRPr lang="en-CA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11F0EB2-0386-47B7-913F-0EB2B98719E3}"/>
                </a:ext>
              </a:extLst>
            </p:cNvPr>
            <p:cNvSpPr txBox="1"/>
            <p:nvPr/>
          </p:nvSpPr>
          <p:spPr>
            <a:xfrm>
              <a:off x="4345931" y="3475516"/>
              <a:ext cx="292068" cy="30777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endParaRPr lang="en-CA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BD567DA-0F4A-45F5-AC8B-D1E194B063C8}"/>
              </a:ext>
            </a:extLst>
          </p:cNvPr>
          <p:cNvGrpSpPr/>
          <p:nvPr/>
        </p:nvGrpSpPr>
        <p:grpSpPr>
          <a:xfrm>
            <a:off x="3789625" y="732663"/>
            <a:ext cx="350838" cy="46037"/>
            <a:chOff x="2326931" y="4963713"/>
            <a:chExt cx="350838" cy="46037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96938955-C635-49F0-99F0-03D15EF8D610}"/>
                </a:ext>
              </a:extLst>
            </p:cNvPr>
            <p:cNvSpPr/>
            <p:nvPr/>
          </p:nvSpPr>
          <p:spPr>
            <a:xfrm>
              <a:off x="23269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B1B112CF-93CD-4F0A-A273-45B697416E23}"/>
                </a:ext>
              </a:extLst>
            </p:cNvPr>
            <p:cNvSpPr/>
            <p:nvPr/>
          </p:nvSpPr>
          <p:spPr>
            <a:xfrm>
              <a:off x="26317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6544BA89-8A4F-4153-8627-A96D33026ADF}"/>
                </a:ext>
              </a:extLst>
            </p:cNvPr>
            <p:cNvSpPr/>
            <p:nvPr/>
          </p:nvSpPr>
          <p:spPr>
            <a:xfrm>
              <a:off x="24793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DC22E6F-F3C1-4059-A5CC-4BA38016A326}"/>
              </a:ext>
            </a:extLst>
          </p:cNvPr>
          <p:cNvGrpSpPr/>
          <p:nvPr/>
        </p:nvGrpSpPr>
        <p:grpSpPr>
          <a:xfrm rot="5400000">
            <a:off x="2826482" y="727913"/>
            <a:ext cx="350838" cy="46037"/>
            <a:chOff x="2784131" y="4963713"/>
            <a:chExt cx="350838" cy="46037"/>
          </a:xfrm>
        </p:grpSpPr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3DBF65CE-B125-41E0-B3D8-CD70A87F9229}"/>
                </a:ext>
              </a:extLst>
            </p:cNvPr>
            <p:cNvSpPr/>
            <p:nvPr/>
          </p:nvSpPr>
          <p:spPr>
            <a:xfrm>
              <a:off x="27841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C80DA3D6-E9E9-447A-AD2D-3F5B4697210A}"/>
                </a:ext>
              </a:extLst>
            </p:cNvPr>
            <p:cNvSpPr/>
            <p:nvPr/>
          </p:nvSpPr>
          <p:spPr>
            <a:xfrm>
              <a:off x="29365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3EE3170B-D4F3-4E3C-A8A7-18A951462D68}"/>
                </a:ext>
              </a:extLst>
            </p:cNvPr>
            <p:cNvSpPr/>
            <p:nvPr/>
          </p:nvSpPr>
          <p:spPr>
            <a:xfrm>
              <a:off x="3088931" y="4963713"/>
              <a:ext cx="46038" cy="460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45" name="Oval 344">
            <a:extLst>
              <a:ext uri="{FF2B5EF4-FFF2-40B4-BE49-F238E27FC236}">
                <a16:creationId xmlns:a16="http://schemas.microsoft.com/office/drawing/2014/main" id="{F4604F4E-7A75-4814-8577-868C312FCE44}"/>
              </a:ext>
            </a:extLst>
          </p:cNvPr>
          <p:cNvSpPr/>
          <p:nvPr/>
        </p:nvSpPr>
        <p:spPr bwMode="auto">
          <a:xfrm>
            <a:off x="4706693" y="770491"/>
            <a:ext cx="136246" cy="13624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BF7706F3-F501-4A26-8F19-7F031E5F0907}"/>
              </a:ext>
            </a:extLst>
          </p:cNvPr>
          <p:cNvSpPr/>
          <p:nvPr/>
        </p:nvSpPr>
        <p:spPr bwMode="auto">
          <a:xfrm>
            <a:off x="4706693" y="203358"/>
            <a:ext cx="136246" cy="13624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70" name="Group 49">
            <a:extLst>
              <a:ext uri="{FF2B5EF4-FFF2-40B4-BE49-F238E27FC236}">
                <a16:creationId xmlns:a16="http://schemas.microsoft.com/office/drawing/2014/main" id="{BA129AB9-A676-406A-8F5C-DD209E67D2D0}"/>
              </a:ext>
            </a:extLst>
          </p:cNvPr>
          <p:cNvGrpSpPr>
            <a:grpSpLocks/>
          </p:cNvGrpSpPr>
          <p:nvPr/>
        </p:nvGrpSpPr>
        <p:grpSpPr bwMode="auto">
          <a:xfrm>
            <a:off x="5644032" y="3635725"/>
            <a:ext cx="533400" cy="457200"/>
            <a:chOff x="2057400" y="1600994"/>
            <a:chExt cx="533400" cy="457200"/>
          </a:xfrm>
        </p:grpSpPr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9FE42AE6-1585-465B-9247-963142F82242}"/>
                </a:ext>
              </a:extLst>
            </p:cNvPr>
            <p:cNvCxnSpPr/>
            <p:nvPr/>
          </p:nvCxnSpPr>
          <p:spPr>
            <a:xfrm>
              <a:off x="2057400" y="1828007"/>
              <a:ext cx="2286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51D4D1AC-2634-44E7-8138-C4F31D0A0F62}"/>
                </a:ext>
              </a:extLst>
            </p:cNvPr>
            <p:cNvCxnSpPr/>
            <p:nvPr/>
          </p:nvCxnSpPr>
          <p:spPr>
            <a:xfrm rot="5400000" flipH="1" flipV="1">
              <a:off x="2057401" y="1828006"/>
              <a:ext cx="4572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53E872A-1AE9-49A5-B5AD-844BCDF8D4C6}"/>
                </a:ext>
              </a:extLst>
            </p:cNvPr>
            <p:cNvCxnSpPr/>
            <p:nvPr/>
          </p:nvCxnSpPr>
          <p:spPr>
            <a:xfrm rot="5400000" flipH="1" flipV="1">
              <a:off x="2286001" y="1828006"/>
              <a:ext cx="1524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862AD3D5-CD38-44F3-A824-39F80EB0DAEC}"/>
                </a:ext>
              </a:extLst>
            </p:cNvPr>
            <p:cNvCxnSpPr/>
            <p:nvPr/>
          </p:nvCxnSpPr>
          <p:spPr>
            <a:xfrm>
              <a:off x="2362200" y="1828007"/>
              <a:ext cx="2286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C56CB69-04B7-4FF2-BC44-37845E8D470A}"/>
              </a:ext>
            </a:extLst>
          </p:cNvPr>
          <p:cNvGrpSpPr/>
          <p:nvPr/>
        </p:nvGrpSpPr>
        <p:grpSpPr>
          <a:xfrm>
            <a:off x="1741434" y="1878464"/>
            <a:ext cx="524036" cy="148493"/>
            <a:chOff x="2133253" y="2233844"/>
            <a:chExt cx="812337" cy="230187"/>
          </a:xfrm>
        </p:grpSpPr>
        <p:sp>
          <p:nvSpPr>
            <p:cNvPr id="285" name="Line 30">
              <a:extLst>
                <a:ext uri="{FF2B5EF4-FFF2-40B4-BE49-F238E27FC236}">
                  <a16:creationId xmlns:a16="http://schemas.microsoft.com/office/drawing/2014/main" id="{B2AD17F6-FFDF-420C-AF29-889FAE8E0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Line 31">
              <a:extLst>
                <a:ext uri="{FF2B5EF4-FFF2-40B4-BE49-F238E27FC236}">
                  <a16:creationId xmlns:a16="http://schemas.microsoft.com/office/drawing/2014/main" id="{5B11BDA2-982C-4270-9554-812D5F1261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Line 32">
              <a:extLst>
                <a:ext uri="{FF2B5EF4-FFF2-40B4-BE49-F238E27FC236}">
                  <a16:creationId xmlns:a16="http://schemas.microsoft.com/office/drawing/2014/main" id="{C6A6373B-B5BC-4990-9DCA-52A5E2BFD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" name="Line 33">
              <a:extLst>
                <a:ext uri="{FF2B5EF4-FFF2-40B4-BE49-F238E27FC236}">
                  <a16:creationId xmlns:a16="http://schemas.microsoft.com/office/drawing/2014/main" id="{905D8341-139B-4A08-B6BD-CDA51777A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8" name="Line 34">
              <a:extLst>
                <a:ext uri="{FF2B5EF4-FFF2-40B4-BE49-F238E27FC236}">
                  <a16:creationId xmlns:a16="http://schemas.microsoft.com/office/drawing/2014/main" id="{D1B6A014-E78D-4868-B97B-99CE1A50D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Line 35">
              <a:extLst>
                <a:ext uri="{FF2B5EF4-FFF2-40B4-BE49-F238E27FC236}">
                  <a16:creationId xmlns:a16="http://schemas.microsoft.com/office/drawing/2014/main" id="{5F15A403-1D36-46C3-873B-2C479E4B43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4" name="Line 36">
              <a:extLst>
                <a:ext uri="{FF2B5EF4-FFF2-40B4-BE49-F238E27FC236}">
                  <a16:creationId xmlns:a16="http://schemas.microsoft.com/office/drawing/2014/main" id="{6FE304A1-EEE9-4403-B86F-669CA3753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6" name="Line 39">
              <a:extLst>
                <a:ext uri="{FF2B5EF4-FFF2-40B4-BE49-F238E27FC236}">
                  <a16:creationId xmlns:a16="http://schemas.microsoft.com/office/drawing/2014/main" id="{A1F37578-5110-4C9A-A9BC-2C633A46B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" name="Line 30">
              <a:extLst>
                <a:ext uri="{FF2B5EF4-FFF2-40B4-BE49-F238E27FC236}">
                  <a16:creationId xmlns:a16="http://schemas.microsoft.com/office/drawing/2014/main" id="{2656052F-68BB-4029-8C63-6A99C893C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540" y="2357735"/>
              <a:ext cx="170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9" name="Group 369">
            <a:extLst>
              <a:ext uri="{FF2B5EF4-FFF2-40B4-BE49-F238E27FC236}">
                <a16:creationId xmlns:a16="http://schemas.microsoft.com/office/drawing/2014/main" id="{39A23269-45E0-4012-B34D-5CD61128B7F2}"/>
              </a:ext>
            </a:extLst>
          </p:cNvPr>
          <p:cNvGrpSpPr>
            <a:grpSpLocks/>
          </p:cNvGrpSpPr>
          <p:nvPr/>
        </p:nvGrpSpPr>
        <p:grpSpPr bwMode="auto">
          <a:xfrm>
            <a:off x="1827892" y="1179352"/>
            <a:ext cx="444816" cy="243143"/>
            <a:chOff x="2122670" y="1219200"/>
            <a:chExt cx="1007137" cy="304801"/>
          </a:xfrm>
        </p:grpSpPr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0ACD03B0-4751-4EEF-9631-0D27BE9BD63D}"/>
                </a:ext>
              </a:extLst>
            </p:cNvPr>
            <p:cNvCxnSpPr>
              <a:cxnSpLocks/>
            </p:cNvCxnSpPr>
            <p:nvPr/>
          </p:nvCxnSpPr>
          <p:spPr>
            <a:xfrm>
              <a:off x="2122670" y="1368806"/>
              <a:ext cx="18582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520C3FDB-A7E9-4B08-BBAD-6C1026713C90}"/>
                </a:ext>
              </a:extLst>
            </p:cNvPr>
            <p:cNvCxnSpPr/>
            <p:nvPr/>
          </p:nvCxnSpPr>
          <p:spPr>
            <a:xfrm rot="5400000" flipH="1" flipV="1">
              <a:off x="2263245" y="1255712"/>
              <a:ext cx="152400" cy="79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B3E6F055-5454-497F-B544-94CE9FDBBC2A}"/>
                </a:ext>
              </a:extLst>
            </p:cNvPr>
            <p:cNvCxnSpPr/>
            <p:nvPr/>
          </p:nvCxnSpPr>
          <p:spPr>
            <a:xfrm rot="16200000" flipH="1">
              <a:off x="2303462" y="1294872"/>
              <a:ext cx="304800" cy="1534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5E91029C-B494-45A6-9B54-B0F50A98BE7B}"/>
                </a:ext>
              </a:extLst>
            </p:cNvPr>
            <p:cNvCxnSpPr/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B8C9F2D3-97E1-4715-B988-44F9A01A9292}"/>
                </a:ext>
              </a:extLst>
            </p:cNvPr>
            <p:cNvCxnSpPr/>
            <p:nvPr/>
          </p:nvCxnSpPr>
          <p:spPr>
            <a:xfrm rot="16200000" flipH="1">
              <a:off x="2605087" y="1294870"/>
              <a:ext cx="304800" cy="1534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ACDE2DFC-E913-42BF-88B2-CC2D148B1A57}"/>
                </a:ext>
              </a:extLst>
            </p:cNvPr>
            <p:cNvCxnSpPr/>
            <p:nvPr/>
          </p:nvCxnSpPr>
          <p:spPr>
            <a:xfrm rot="5400000" flipH="1" flipV="1">
              <a:off x="2797703" y="1408113"/>
              <a:ext cx="152400" cy="793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9A452EB4-C54C-4E3B-A57F-5C4E0F9F9D0A}"/>
                </a:ext>
              </a:extLst>
            </p:cNvPr>
            <p:cNvCxnSpPr>
              <a:cxnSpLocks/>
            </p:cNvCxnSpPr>
            <p:nvPr/>
          </p:nvCxnSpPr>
          <p:spPr>
            <a:xfrm>
              <a:off x="2897714" y="1371599"/>
              <a:ext cx="23209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8" name="Group 369">
            <a:extLst>
              <a:ext uri="{FF2B5EF4-FFF2-40B4-BE49-F238E27FC236}">
                <a16:creationId xmlns:a16="http://schemas.microsoft.com/office/drawing/2014/main" id="{12DC9B05-62E5-4990-A8B2-0F094378261D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954519" y="1207791"/>
            <a:ext cx="228600" cy="152400"/>
            <a:chOff x="2209800" y="1219200"/>
            <a:chExt cx="762000" cy="304800"/>
          </a:xfrm>
        </p:grpSpPr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D2AEC133-3BDA-4E47-8165-043538ABF56E}"/>
                </a:ext>
              </a:extLst>
            </p:cNvPr>
            <p:cNvCxnSpPr/>
            <p:nvPr/>
          </p:nvCxnSpPr>
          <p:spPr>
            <a:xfrm>
              <a:off x="2209798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7218E1C-F45C-41F4-BA14-546801129D96}"/>
                </a:ext>
              </a:extLst>
            </p:cNvPr>
            <p:cNvCxnSpPr/>
            <p:nvPr/>
          </p:nvCxnSpPr>
          <p:spPr>
            <a:xfrm rot="5400000" flipH="1" flipV="1">
              <a:off x="2263245" y="1255712"/>
              <a:ext cx="152400" cy="793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EAE512A0-6219-4420-9442-948A3D8B86F4}"/>
                </a:ext>
              </a:extLst>
            </p:cNvPr>
            <p:cNvCxnSpPr/>
            <p:nvPr/>
          </p:nvCxnSpPr>
          <p:spPr>
            <a:xfrm rot="16200000" flipH="1">
              <a:off x="2303462" y="1294872"/>
              <a:ext cx="304800" cy="153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79342196-2983-4E30-9803-982214DC22A0}"/>
                </a:ext>
              </a:extLst>
            </p:cNvPr>
            <p:cNvCxnSpPr/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DB8DDC52-1E66-4784-BA56-8B55DD8496CE}"/>
                </a:ext>
              </a:extLst>
            </p:cNvPr>
            <p:cNvCxnSpPr/>
            <p:nvPr/>
          </p:nvCxnSpPr>
          <p:spPr>
            <a:xfrm rot="16200000" flipH="1">
              <a:off x="2605087" y="1294870"/>
              <a:ext cx="304800" cy="1534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E70FA2AB-0BDD-4EEF-B0E4-23874406DB42}"/>
                </a:ext>
              </a:extLst>
            </p:cNvPr>
            <p:cNvCxnSpPr/>
            <p:nvPr/>
          </p:nvCxnSpPr>
          <p:spPr>
            <a:xfrm rot="5400000" flipH="1" flipV="1">
              <a:off x="2797703" y="1408113"/>
              <a:ext cx="152400" cy="793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37F0C76D-DD81-4A19-A8F8-BD06AE667182}"/>
                </a:ext>
              </a:extLst>
            </p:cNvPr>
            <p:cNvCxnSpPr/>
            <p:nvPr/>
          </p:nvCxnSpPr>
          <p:spPr>
            <a:xfrm>
              <a:off x="2897715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2" name="Group 369">
            <a:extLst>
              <a:ext uri="{FF2B5EF4-FFF2-40B4-BE49-F238E27FC236}">
                <a16:creationId xmlns:a16="http://schemas.microsoft.com/office/drawing/2014/main" id="{7A484B5C-965B-41D5-97FA-F7E0940FD0D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939365" y="1874614"/>
            <a:ext cx="228600" cy="152400"/>
            <a:chOff x="2209800" y="1219200"/>
            <a:chExt cx="762000" cy="304800"/>
          </a:xfrm>
        </p:grpSpPr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FE9794FA-64F0-4B0F-82C9-ED5D84DE5131}"/>
                </a:ext>
              </a:extLst>
            </p:cNvPr>
            <p:cNvCxnSpPr/>
            <p:nvPr/>
          </p:nvCxnSpPr>
          <p:spPr>
            <a:xfrm>
              <a:off x="2220383" y="1377950"/>
              <a:ext cx="74083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7E77411-770B-4497-BBEF-0799DBF809B8}"/>
                </a:ext>
              </a:extLst>
            </p:cNvPr>
            <p:cNvCxnSpPr/>
            <p:nvPr/>
          </p:nvCxnSpPr>
          <p:spPr>
            <a:xfrm rot="5400000" flipH="1" flipV="1">
              <a:off x="2273827" y="1255713"/>
              <a:ext cx="152400" cy="793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92132F81-2846-41D8-B8DC-DCC7A32828AD}"/>
                </a:ext>
              </a:extLst>
            </p:cNvPr>
            <p:cNvCxnSpPr/>
            <p:nvPr/>
          </p:nvCxnSpPr>
          <p:spPr>
            <a:xfrm rot="16200000" flipH="1">
              <a:off x="2314043" y="1294873"/>
              <a:ext cx="304800" cy="153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6F7E0C4F-FE31-4926-A6BC-FB8D6BADEFDC}"/>
                </a:ext>
              </a:extLst>
            </p:cNvPr>
            <p:cNvCxnSpPr/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5DE1F0B5-A1BF-4F2E-98FC-81B392B31922}"/>
                </a:ext>
              </a:extLst>
            </p:cNvPr>
            <p:cNvCxnSpPr/>
            <p:nvPr/>
          </p:nvCxnSpPr>
          <p:spPr>
            <a:xfrm rot="16200000" flipH="1">
              <a:off x="2615670" y="1294870"/>
              <a:ext cx="304800" cy="1534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F256FA1C-5B51-42AF-8286-479D079E20A9}"/>
                </a:ext>
              </a:extLst>
            </p:cNvPr>
            <p:cNvCxnSpPr/>
            <p:nvPr/>
          </p:nvCxnSpPr>
          <p:spPr>
            <a:xfrm rot="5400000" flipH="1" flipV="1">
              <a:off x="2808287" y="1408113"/>
              <a:ext cx="152400" cy="793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05278393-62EA-450C-9322-7213C899E5F9}"/>
                </a:ext>
              </a:extLst>
            </p:cNvPr>
            <p:cNvCxnSpPr/>
            <p:nvPr/>
          </p:nvCxnSpPr>
          <p:spPr>
            <a:xfrm>
              <a:off x="2908300" y="1377950"/>
              <a:ext cx="74083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oup 421">
            <a:extLst>
              <a:ext uri="{FF2B5EF4-FFF2-40B4-BE49-F238E27FC236}">
                <a16:creationId xmlns:a16="http://schemas.microsoft.com/office/drawing/2014/main" id="{1FFEE322-5169-4EA0-A01E-B2BB35804490}"/>
              </a:ext>
            </a:extLst>
          </p:cNvPr>
          <p:cNvGrpSpPr>
            <a:grpSpLocks/>
          </p:cNvGrpSpPr>
          <p:nvPr/>
        </p:nvGrpSpPr>
        <p:grpSpPr bwMode="auto">
          <a:xfrm>
            <a:off x="4435378" y="1130636"/>
            <a:ext cx="649986" cy="405082"/>
            <a:chOff x="3962400" y="1219994"/>
            <a:chExt cx="533400" cy="304800"/>
          </a:xfrm>
        </p:grpSpPr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F22A2D6B-77B4-4624-A8DF-7A16806BCB40}"/>
                </a:ext>
              </a:extLst>
            </p:cNvPr>
            <p:cNvCxnSpPr/>
            <p:nvPr/>
          </p:nvCxnSpPr>
          <p:spPr>
            <a:xfrm>
              <a:off x="3962400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7C1114B-C76F-4C91-83A3-80247FE1C3C4}"/>
                </a:ext>
              </a:extLst>
            </p:cNvPr>
            <p:cNvCxnSpPr/>
            <p:nvPr/>
          </p:nvCxnSpPr>
          <p:spPr>
            <a:xfrm rot="5400000" flipH="1" flipV="1">
              <a:off x="4039196" y="1371005"/>
              <a:ext cx="304800" cy="27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0428A3E1-6DE9-4099-8BC8-2A2BEF829B4B}"/>
                </a:ext>
              </a:extLst>
            </p:cNvPr>
            <p:cNvCxnSpPr/>
            <p:nvPr/>
          </p:nvCxnSpPr>
          <p:spPr>
            <a:xfrm rot="5400000" flipH="1" flipV="1">
              <a:off x="4114206" y="1371004"/>
              <a:ext cx="304800" cy="27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6F8B0EEC-BF1D-441D-B153-914C7561A331}"/>
                </a:ext>
              </a:extLst>
            </p:cNvPr>
            <p:cNvCxnSpPr/>
            <p:nvPr/>
          </p:nvCxnSpPr>
          <p:spPr>
            <a:xfrm>
              <a:off x="4267994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6" name="Group 426">
            <a:extLst>
              <a:ext uri="{FF2B5EF4-FFF2-40B4-BE49-F238E27FC236}">
                <a16:creationId xmlns:a16="http://schemas.microsoft.com/office/drawing/2014/main" id="{80A643A1-573B-4F91-8BCC-8D887B6E6ECA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4477319" y="1687890"/>
            <a:ext cx="524084" cy="448240"/>
            <a:chOff x="3972036" y="1219994"/>
            <a:chExt cx="530188" cy="304800"/>
          </a:xfrm>
        </p:grpSpPr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89DE74FC-C872-45CF-A76C-99BDFDBCC258}"/>
                </a:ext>
              </a:extLst>
            </p:cNvPr>
            <p:cNvCxnSpPr/>
            <p:nvPr/>
          </p:nvCxnSpPr>
          <p:spPr>
            <a:xfrm>
              <a:off x="3972036" y="1367059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656EF393-C263-413C-AA9B-1ABFF0C82A37}"/>
                </a:ext>
              </a:extLst>
            </p:cNvPr>
            <p:cNvCxnSpPr/>
            <p:nvPr/>
          </p:nvCxnSpPr>
          <p:spPr>
            <a:xfrm rot="5400000" flipH="1" flipV="1">
              <a:off x="4047529" y="1371004"/>
              <a:ext cx="304800" cy="27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E29BCA72-5145-4BD8-AA64-7924B58CD331}"/>
                </a:ext>
              </a:extLst>
            </p:cNvPr>
            <p:cNvCxnSpPr/>
            <p:nvPr/>
          </p:nvCxnSpPr>
          <p:spPr>
            <a:xfrm rot="5400000" flipH="1" flipV="1">
              <a:off x="4122539" y="1371005"/>
              <a:ext cx="304800" cy="27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85D93B9C-76A4-4ACE-A4F4-56631EB96C6C}"/>
                </a:ext>
              </a:extLst>
            </p:cNvPr>
            <p:cNvCxnSpPr/>
            <p:nvPr/>
          </p:nvCxnSpPr>
          <p:spPr>
            <a:xfrm>
              <a:off x="4274418" y="1371378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1" name="Group 65">
            <a:extLst>
              <a:ext uri="{FF2B5EF4-FFF2-40B4-BE49-F238E27FC236}">
                <a16:creationId xmlns:a16="http://schemas.microsoft.com/office/drawing/2014/main" id="{FB3161F9-AA7A-4BD1-94F8-FFE3CE5EC900}"/>
              </a:ext>
            </a:extLst>
          </p:cNvPr>
          <p:cNvGrpSpPr>
            <a:grpSpLocks/>
          </p:cNvGrpSpPr>
          <p:nvPr/>
        </p:nvGrpSpPr>
        <p:grpSpPr bwMode="auto">
          <a:xfrm>
            <a:off x="4361405" y="2723653"/>
            <a:ext cx="541833" cy="208064"/>
            <a:chOff x="2819400" y="533400"/>
            <a:chExt cx="990600" cy="304800"/>
          </a:xfrm>
        </p:grpSpPr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F1EAC3F2-9122-4566-A7DC-F1AA52DDA2D6}"/>
                </a:ext>
              </a:extLst>
            </p:cNvPr>
            <p:cNvCxnSpPr/>
            <p:nvPr/>
          </p:nvCxnSpPr>
          <p:spPr>
            <a:xfrm>
              <a:off x="2819400" y="685800"/>
              <a:ext cx="150571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52373C1-3794-4009-8C62-C5D637D089F1}"/>
                </a:ext>
              </a:extLst>
            </p:cNvPr>
            <p:cNvCxnSpPr/>
            <p:nvPr/>
          </p:nvCxnSpPr>
          <p:spPr>
            <a:xfrm>
              <a:off x="3659429" y="685800"/>
              <a:ext cx="150571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4" name="Group 55">
              <a:extLst>
                <a:ext uri="{FF2B5EF4-FFF2-40B4-BE49-F238E27FC236}">
                  <a16:creationId xmlns:a16="http://schemas.microsoft.com/office/drawing/2014/main" id="{292E8F90-EE40-4647-BA77-16C412C34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800" y="533400"/>
              <a:ext cx="228600" cy="304800"/>
              <a:chOff x="2971800" y="533400"/>
              <a:chExt cx="228600" cy="304800"/>
            </a:xfrm>
          </p:grpSpPr>
          <p:sp>
            <p:nvSpPr>
              <p:cNvPr id="421" name="Arc 420">
                <a:extLst>
                  <a:ext uri="{FF2B5EF4-FFF2-40B4-BE49-F238E27FC236}">
                    <a16:creationId xmlns:a16="http://schemas.microsoft.com/office/drawing/2014/main" id="{38C24614-6CD7-4181-A531-1D95AD75EA24}"/>
                  </a:ext>
                </a:extLst>
              </p:cNvPr>
              <p:cNvSpPr/>
              <p:nvPr/>
            </p:nvSpPr>
            <p:spPr>
              <a:xfrm>
                <a:off x="2969970" y="533400"/>
                <a:ext cx="22981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2" name="Arc 421">
                <a:extLst>
                  <a:ext uri="{FF2B5EF4-FFF2-40B4-BE49-F238E27FC236}">
                    <a16:creationId xmlns:a16="http://schemas.microsoft.com/office/drawing/2014/main" id="{F1E1606F-E003-4951-AA7D-CE973088A801}"/>
                  </a:ext>
                </a:extLst>
              </p:cNvPr>
              <p:cNvSpPr/>
              <p:nvPr/>
            </p:nvSpPr>
            <p:spPr>
              <a:xfrm flipH="1">
                <a:off x="2969970" y="533400"/>
                <a:ext cx="22981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15" name="Group 56">
              <a:extLst>
                <a:ext uri="{FF2B5EF4-FFF2-40B4-BE49-F238E27FC236}">
                  <a16:creationId xmlns:a16="http://schemas.microsoft.com/office/drawing/2014/main" id="{F78232F4-EE7A-4EC8-89C1-AE4CE32971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533400"/>
              <a:ext cx="228600" cy="304800"/>
              <a:chOff x="2971800" y="533400"/>
              <a:chExt cx="228600" cy="304800"/>
            </a:xfrm>
          </p:grpSpPr>
          <p:sp>
            <p:nvSpPr>
              <p:cNvPr id="419" name="Arc 418">
                <a:extLst>
                  <a:ext uri="{FF2B5EF4-FFF2-40B4-BE49-F238E27FC236}">
                    <a16:creationId xmlns:a16="http://schemas.microsoft.com/office/drawing/2014/main" id="{AD9016F3-7DF8-4A34-8BD5-FCD63E2AFF30}"/>
                  </a:ext>
                </a:extLst>
              </p:cNvPr>
              <p:cNvSpPr/>
              <p:nvPr/>
            </p:nvSpPr>
            <p:spPr>
              <a:xfrm>
                <a:off x="2971191" y="533400"/>
                <a:ext cx="22981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0" name="Arc 419">
                <a:extLst>
                  <a:ext uri="{FF2B5EF4-FFF2-40B4-BE49-F238E27FC236}">
                    <a16:creationId xmlns:a16="http://schemas.microsoft.com/office/drawing/2014/main" id="{8A837AFB-A85C-46D6-B450-BBD51675E899}"/>
                  </a:ext>
                </a:extLst>
              </p:cNvPr>
              <p:cNvSpPr/>
              <p:nvPr/>
            </p:nvSpPr>
            <p:spPr>
              <a:xfrm flipH="1">
                <a:off x="2971191" y="533400"/>
                <a:ext cx="22981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16" name="Group 59">
              <a:extLst>
                <a:ext uri="{FF2B5EF4-FFF2-40B4-BE49-F238E27FC236}">
                  <a16:creationId xmlns:a16="http://schemas.microsoft.com/office/drawing/2014/main" id="{E70EE399-F985-4D61-88D6-9C0054D47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533400"/>
              <a:ext cx="228600" cy="304800"/>
              <a:chOff x="2971800" y="533400"/>
              <a:chExt cx="228600" cy="304800"/>
            </a:xfrm>
          </p:grpSpPr>
          <p:sp>
            <p:nvSpPr>
              <p:cNvPr id="417" name="Arc 416">
                <a:extLst>
                  <a:ext uri="{FF2B5EF4-FFF2-40B4-BE49-F238E27FC236}">
                    <a16:creationId xmlns:a16="http://schemas.microsoft.com/office/drawing/2014/main" id="{70708537-8D76-4F21-AFD8-89D25FAF12A8}"/>
                  </a:ext>
                </a:extLst>
              </p:cNvPr>
              <p:cNvSpPr/>
              <p:nvPr/>
            </p:nvSpPr>
            <p:spPr>
              <a:xfrm>
                <a:off x="2972409" y="533400"/>
                <a:ext cx="22981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18" name="Arc 417">
                <a:extLst>
                  <a:ext uri="{FF2B5EF4-FFF2-40B4-BE49-F238E27FC236}">
                    <a16:creationId xmlns:a16="http://schemas.microsoft.com/office/drawing/2014/main" id="{9AFB75E0-18EE-4DFD-AA72-CD1FD4E07B23}"/>
                  </a:ext>
                </a:extLst>
              </p:cNvPr>
              <p:cNvSpPr/>
              <p:nvPr/>
            </p:nvSpPr>
            <p:spPr>
              <a:xfrm flipH="1">
                <a:off x="2972409" y="533400"/>
                <a:ext cx="22981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423" name="Group 79">
            <a:extLst>
              <a:ext uri="{FF2B5EF4-FFF2-40B4-BE49-F238E27FC236}">
                <a16:creationId xmlns:a16="http://schemas.microsoft.com/office/drawing/2014/main" id="{688963E8-64F4-4E85-B64F-7D2502324CB2}"/>
              </a:ext>
            </a:extLst>
          </p:cNvPr>
          <p:cNvGrpSpPr>
            <a:grpSpLocks/>
          </p:cNvGrpSpPr>
          <p:nvPr/>
        </p:nvGrpSpPr>
        <p:grpSpPr bwMode="auto">
          <a:xfrm>
            <a:off x="5019218" y="2729991"/>
            <a:ext cx="386223" cy="193112"/>
            <a:chOff x="2971800" y="152400"/>
            <a:chExt cx="762000" cy="304800"/>
          </a:xfrm>
        </p:grpSpPr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8377E1AB-D25F-4C4B-A157-24960294ACA5}"/>
                </a:ext>
              </a:extLst>
            </p:cNvPr>
            <p:cNvCxnSpPr/>
            <p:nvPr/>
          </p:nvCxnSpPr>
          <p:spPr>
            <a:xfrm>
              <a:off x="2971800" y="304800"/>
              <a:ext cx="15081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AC0CDC9C-8214-44D2-AB34-8ED8AB4A81E9}"/>
                </a:ext>
              </a:extLst>
            </p:cNvPr>
            <p:cNvCxnSpPr/>
            <p:nvPr/>
          </p:nvCxnSpPr>
          <p:spPr>
            <a:xfrm>
              <a:off x="3582988" y="304800"/>
              <a:ext cx="15081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6" name="Group 55">
              <a:extLst>
                <a:ext uri="{FF2B5EF4-FFF2-40B4-BE49-F238E27FC236}">
                  <a16:creationId xmlns:a16="http://schemas.microsoft.com/office/drawing/2014/main" id="{628D517C-A3CC-4E19-A005-E10EAE33FD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152400"/>
              <a:ext cx="228600" cy="304800"/>
              <a:chOff x="2971800" y="533400"/>
              <a:chExt cx="228600" cy="304800"/>
            </a:xfrm>
          </p:grpSpPr>
          <p:sp>
            <p:nvSpPr>
              <p:cNvPr id="430" name="Arc 429">
                <a:extLst>
                  <a:ext uri="{FF2B5EF4-FFF2-40B4-BE49-F238E27FC236}">
                    <a16:creationId xmlns:a16="http://schemas.microsoft.com/office/drawing/2014/main" id="{BF84DAF0-EF57-49F0-BFD4-64284016157D}"/>
                  </a:ext>
                </a:extLst>
              </p:cNvPr>
              <p:cNvSpPr/>
              <p:nvPr/>
            </p:nvSpPr>
            <p:spPr>
              <a:xfrm>
                <a:off x="2970213" y="533400"/>
                <a:ext cx="23018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1" name="Arc 430">
                <a:extLst>
                  <a:ext uri="{FF2B5EF4-FFF2-40B4-BE49-F238E27FC236}">
                    <a16:creationId xmlns:a16="http://schemas.microsoft.com/office/drawing/2014/main" id="{C84164D0-AD47-4881-BA98-10C32986361B}"/>
                  </a:ext>
                </a:extLst>
              </p:cNvPr>
              <p:cNvSpPr/>
              <p:nvPr/>
            </p:nvSpPr>
            <p:spPr>
              <a:xfrm flipH="1">
                <a:off x="2970213" y="533400"/>
                <a:ext cx="23018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27" name="Group 56">
              <a:extLst>
                <a:ext uri="{FF2B5EF4-FFF2-40B4-BE49-F238E27FC236}">
                  <a16:creationId xmlns:a16="http://schemas.microsoft.com/office/drawing/2014/main" id="{A1E4925F-A728-44CC-BA71-29D6F41196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152400"/>
              <a:ext cx="228600" cy="304800"/>
              <a:chOff x="2971800" y="533400"/>
              <a:chExt cx="228600" cy="304800"/>
            </a:xfrm>
          </p:grpSpPr>
          <p:sp>
            <p:nvSpPr>
              <p:cNvPr id="428" name="Arc 427">
                <a:extLst>
                  <a:ext uri="{FF2B5EF4-FFF2-40B4-BE49-F238E27FC236}">
                    <a16:creationId xmlns:a16="http://schemas.microsoft.com/office/drawing/2014/main" id="{8E2ED54E-BF15-4842-96D0-C633B43932AA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3018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9" name="Arc 428">
                <a:extLst>
                  <a:ext uri="{FF2B5EF4-FFF2-40B4-BE49-F238E27FC236}">
                    <a16:creationId xmlns:a16="http://schemas.microsoft.com/office/drawing/2014/main" id="{6676DDF8-25CA-4205-BFA7-51448532724E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30188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432" name="Group 95">
            <a:extLst>
              <a:ext uri="{FF2B5EF4-FFF2-40B4-BE49-F238E27FC236}">
                <a16:creationId xmlns:a16="http://schemas.microsoft.com/office/drawing/2014/main" id="{9DE02265-597A-4188-909C-A7E426D3D887}"/>
              </a:ext>
            </a:extLst>
          </p:cNvPr>
          <p:cNvGrpSpPr>
            <a:grpSpLocks/>
          </p:cNvGrpSpPr>
          <p:nvPr/>
        </p:nvGrpSpPr>
        <p:grpSpPr bwMode="auto">
          <a:xfrm>
            <a:off x="3564228" y="2710037"/>
            <a:ext cx="709288" cy="221797"/>
            <a:chOff x="2971800" y="2438400"/>
            <a:chExt cx="1219200" cy="304800"/>
          </a:xfrm>
        </p:grpSpPr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CB09C865-E207-4B0E-AF88-5A2DDB6533CF}"/>
                </a:ext>
              </a:extLst>
            </p:cNvPr>
            <p:cNvCxnSpPr/>
            <p:nvPr/>
          </p:nvCxnSpPr>
          <p:spPr>
            <a:xfrm>
              <a:off x="2971800" y="2590800"/>
              <a:ext cx="150911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FDBC5952-4027-4E91-AD6B-7AFCD8CE7BE9}"/>
                </a:ext>
              </a:extLst>
            </p:cNvPr>
            <p:cNvCxnSpPr/>
            <p:nvPr/>
          </p:nvCxnSpPr>
          <p:spPr>
            <a:xfrm>
              <a:off x="4040089" y="2590800"/>
              <a:ext cx="150911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5" name="Group 55">
              <a:extLst>
                <a:ext uri="{FF2B5EF4-FFF2-40B4-BE49-F238E27FC236}">
                  <a16:creationId xmlns:a16="http://schemas.microsoft.com/office/drawing/2014/main" id="{4645D1D6-59BD-49CF-9516-EDA2EA57B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2438400"/>
              <a:ext cx="228600" cy="304800"/>
              <a:chOff x="2971800" y="533400"/>
              <a:chExt cx="228600" cy="304800"/>
            </a:xfrm>
          </p:grpSpPr>
          <p:sp>
            <p:nvSpPr>
              <p:cNvPr id="445" name="Arc 444">
                <a:extLst>
                  <a:ext uri="{FF2B5EF4-FFF2-40B4-BE49-F238E27FC236}">
                    <a16:creationId xmlns:a16="http://schemas.microsoft.com/office/drawing/2014/main" id="{811C61E1-9842-43E8-97B1-E021F2E3FFCE}"/>
                  </a:ext>
                </a:extLst>
              </p:cNvPr>
              <p:cNvSpPr/>
              <p:nvPr/>
            </p:nvSpPr>
            <p:spPr>
              <a:xfrm>
                <a:off x="2970312" y="533400"/>
                <a:ext cx="230339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6" name="Arc 445">
                <a:extLst>
                  <a:ext uri="{FF2B5EF4-FFF2-40B4-BE49-F238E27FC236}">
                    <a16:creationId xmlns:a16="http://schemas.microsoft.com/office/drawing/2014/main" id="{37E91597-E710-430A-903D-8E7E26071626}"/>
                  </a:ext>
                </a:extLst>
              </p:cNvPr>
              <p:cNvSpPr/>
              <p:nvPr/>
            </p:nvSpPr>
            <p:spPr>
              <a:xfrm flipH="1">
                <a:off x="2970312" y="533400"/>
                <a:ext cx="230339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36" name="Group 56">
              <a:extLst>
                <a:ext uri="{FF2B5EF4-FFF2-40B4-BE49-F238E27FC236}">
                  <a16:creationId xmlns:a16="http://schemas.microsoft.com/office/drawing/2014/main" id="{31641F47-79F7-480E-8FDD-942F5536E8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2438400"/>
              <a:ext cx="228600" cy="304800"/>
              <a:chOff x="2971800" y="533400"/>
              <a:chExt cx="228600" cy="304800"/>
            </a:xfrm>
          </p:grpSpPr>
          <p:sp>
            <p:nvSpPr>
              <p:cNvPr id="443" name="Arc 442">
                <a:extLst>
                  <a:ext uri="{FF2B5EF4-FFF2-40B4-BE49-F238E27FC236}">
                    <a16:creationId xmlns:a16="http://schemas.microsoft.com/office/drawing/2014/main" id="{D987038B-E202-4A48-BCC4-DBBE2186D9AC}"/>
                  </a:ext>
                </a:extLst>
              </p:cNvPr>
              <p:cNvSpPr/>
              <p:nvPr/>
            </p:nvSpPr>
            <p:spPr>
              <a:xfrm>
                <a:off x="2972048" y="533400"/>
                <a:ext cx="234309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4" name="Arc 443">
                <a:extLst>
                  <a:ext uri="{FF2B5EF4-FFF2-40B4-BE49-F238E27FC236}">
                    <a16:creationId xmlns:a16="http://schemas.microsoft.com/office/drawing/2014/main" id="{AAA28940-6A22-409A-A66E-6C0C5E0E5FE1}"/>
                  </a:ext>
                </a:extLst>
              </p:cNvPr>
              <p:cNvSpPr/>
              <p:nvPr/>
            </p:nvSpPr>
            <p:spPr>
              <a:xfrm flipH="1">
                <a:off x="2972048" y="533400"/>
                <a:ext cx="234309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37" name="Group 59">
              <a:extLst>
                <a:ext uri="{FF2B5EF4-FFF2-40B4-BE49-F238E27FC236}">
                  <a16:creationId xmlns:a16="http://schemas.microsoft.com/office/drawing/2014/main" id="{656DBC90-1E94-4EA3-BA3C-8ACC84C897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1400" y="2438400"/>
              <a:ext cx="228600" cy="304800"/>
              <a:chOff x="2971800" y="533400"/>
              <a:chExt cx="228600" cy="304800"/>
            </a:xfrm>
          </p:grpSpPr>
          <p:sp>
            <p:nvSpPr>
              <p:cNvPr id="441" name="Arc 440">
                <a:extLst>
                  <a:ext uri="{FF2B5EF4-FFF2-40B4-BE49-F238E27FC236}">
                    <a16:creationId xmlns:a16="http://schemas.microsoft.com/office/drawing/2014/main" id="{08FF173D-CB84-412F-8F8B-76454E695F60}"/>
                  </a:ext>
                </a:extLst>
              </p:cNvPr>
              <p:cNvSpPr/>
              <p:nvPr/>
            </p:nvSpPr>
            <p:spPr>
              <a:xfrm>
                <a:off x="2973786" y="533400"/>
                <a:ext cx="226366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2" name="Arc 441">
                <a:extLst>
                  <a:ext uri="{FF2B5EF4-FFF2-40B4-BE49-F238E27FC236}">
                    <a16:creationId xmlns:a16="http://schemas.microsoft.com/office/drawing/2014/main" id="{D61C724D-BD06-47D0-94B0-6E6B47139DF8}"/>
                  </a:ext>
                </a:extLst>
              </p:cNvPr>
              <p:cNvSpPr/>
              <p:nvPr/>
            </p:nvSpPr>
            <p:spPr>
              <a:xfrm flipH="1">
                <a:off x="2973786" y="533400"/>
                <a:ext cx="226366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38" name="Group 59">
              <a:extLst>
                <a:ext uri="{FF2B5EF4-FFF2-40B4-BE49-F238E27FC236}">
                  <a16:creationId xmlns:a16="http://schemas.microsoft.com/office/drawing/2014/main" id="{247B234B-36AB-4967-A97A-7FF82DA1B8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0" y="2438400"/>
              <a:ext cx="228600" cy="304800"/>
              <a:chOff x="2971800" y="533400"/>
              <a:chExt cx="228600" cy="304800"/>
            </a:xfrm>
          </p:grpSpPr>
          <p:sp>
            <p:nvSpPr>
              <p:cNvPr id="439" name="Arc 438">
                <a:extLst>
                  <a:ext uri="{FF2B5EF4-FFF2-40B4-BE49-F238E27FC236}">
                    <a16:creationId xmlns:a16="http://schemas.microsoft.com/office/drawing/2014/main" id="{858204A8-0AAE-4C05-B16A-5E061E7016CF}"/>
                  </a:ext>
                </a:extLst>
              </p:cNvPr>
              <p:cNvSpPr/>
              <p:nvPr/>
            </p:nvSpPr>
            <p:spPr>
              <a:xfrm>
                <a:off x="2971552" y="533400"/>
                <a:ext cx="230339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0" name="Arc 439">
                <a:extLst>
                  <a:ext uri="{FF2B5EF4-FFF2-40B4-BE49-F238E27FC236}">
                    <a16:creationId xmlns:a16="http://schemas.microsoft.com/office/drawing/2014/main" id="{4B517832-541F-42FB-9D6D-851E62C911E5}"/>
                  </a:ext>
                </a:extLst>
              </p:cNvPr>
              <p:cNvSpPr/>
              <p:nvPr/>
            </p:nvSpPr>
            <p:spPr>
              <a:xfrm flipH="1">
                <a:off x="2971552" y="533400"/>
                <a:ext cx="230339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A664408-5FE6-4B4A-B538-034F252A7B69}"/>
              </a:ext>
            </a:extLst>
          </p:cNvPr>
          <p:cNvGrpSpPr/>
          <p:nvPr/>
        </p:nvGrpSpPr>
        <p:grpSpPr>
          <a:xfrm>
            <a:off x="1191864" y="3376827"/>
            <a:ext cx="307580" cy="850136"/>
            <a:chOff x="2687054" y="3745764"/>
            <a:chExt cx="307580" cy="850136"/>
          </a:xfrm>
        </p:grpSpPr>
        <p:grpSp>
          <p:nvGrpSpPr>
            <p:cNvPr id="448" name="Group 447">
              <a:extLst>
                <a:ext uri="{FF2B5EF4-FFF2-40B4-BE49-F238E27FC236}">
                  <a16:creationId xmlns:a16="http://schemas.microsoft.com/office/drawing/2014/main" id="{2F69272D-EAA0-4399-9899-3489C5DE79E1}"/>
                </a:ext>
              </a:extLst>
            </p:cNvPr>
            <p:cNvGrpSpPr/>
            <p:nvPr/>
          </p:nvGrpSpPr>
          <p:grpSpPr>
            <a:xfrm>
              <a:off x="2687054" y="3745764"/>
              <a:ext cx="307580" cy="850136"/>
              <a:chOff x="1833709" y="3522968"/>
              <a:chExt cx="307580" cy="850136"/>
            </a:xfrm>
          </p:grpSpPr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A4DECA7D-EC35-4FF0-B835-F14240829C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2281" y="4090085"/>
                <a:ext cx="1668" cy="2830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F9BCA975-7A42-4C92-BDF1-CFD04C393413}"/>
                  </a:ext>
                </a:extLst>
              </p:cNvPr>
              <p:cNvCxnSpPr/>
              <p:nvPr/>
            </p:nvCxnSpPr>
            <p:spPr>
              <a:xfrm>
                <a:off x="1981987" y="3522968"/>
                <a:ext cx="0" cy="2625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3" name="Oval 452">
                <a:extLst>
                  <a:ext uri="{FF2B5EF4-FFF2-40B4-BE49-F238E27FC236}">
                    <a16:creationId xmlns:a16="http://schemas.microsoft.com/office/drawing/2014/main" id="{62CAE6C8-D464-45DB-889F-51D07A35967D}"/>
                  </a:ext>
                </a:extLst>
              </p:cNvPr>
              <p:cNvSpPr/>
              <p:nvPr/>
            </p:nvSpPr>
            <p:spPr>
              <a:xfrm>
                <a:off x="1833709" y="3785567"/>
                <a:ext cx="307580" cy="30345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CA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54" name="Straight Arrow Connector 453">
              <a:extLst>
                <a:ext uri="{FF2B5EF4-FFF2-40B4-BE49-F238E27FC236}">
                  <a16:creationId xmlns:a16="http://schemas.microsoft.com/office/drawing/2014/main" id="{57CA9190-2574-4A92-B58F-B72714A97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9098" y="4036941"/>
              <a:ext cx="1746" cy="22253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35C7445-7EDE-4E18-86D3-BD2800EFFA8D}"/>
              </a:ext>
            </a:extLst>
          </p:cNvPr>
          <p:cNvGrpSpPr/>
          <p:nvPr/>
        </p:nvGrpSpPr>
        <p:grpSpPr>
          <a:xfrm>
            <a:off x="2025580" y="3399425"/>
            <a:ext cx="307580" cy="850136"/>
            <a:chOff x="3520770" y="3768362"/>
            <a:chExt cx="307580" cy="850136"/>
          </a:xfrm>
        </p:grpSpPr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C7ACA517-93D2-4A9D-B221-B93DC8D5E07D}"/>
                </a:ext>
              </a:extLst>
            </p:cNvPr>
            <p:cNvGrpSpPr/>
            <p:nvPr/>
          </p:nvGrpSpPr>
          <p:grpSpPr>
            <a:xfrm>
              <a:off x="3520770" y="3768362"/>
              <a:ext cx="307580" cy="850136"/>
              <a:chOff x="1833709" y="3522968"/>
              <a:chExt cx="307580" cy="850136"/>
            </a:xfrm>
          </p:grpSpPr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2C640B83-5266-401D-A958-31AFB672D2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2281" y="4090085"/>
                <a:ext cx="1668" cy="2830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CC97A1FA-A9DD-423E-9950-E8FF6BC04382}"/>
                  </a:ext>
                </a:extLst>
              </p:cNvPr>
              <p:cNvCxnSpPr/>
              <p:nvPr/>
            </p:nvCxnSpPr>
            <p:spPr>
              <a:xfrm>
                <a:off x="1981987" y="3522968"/>
                <a:ext cx="0" cy="2625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8" name="Oval 457">
                <a:extLst>
                  <a:ext uri="{FF2B5EF4-FFF2-40B4-BE49-F238E27FC236}">
                    <a16:creationId xmlns:a16="http://schemas.microsoft.com/office/drawing/2014/main" id="{5F944A86-DE1A-40E1-B8CC-07F07A763510}"/>
                  </a:ext>
                </a:extLst>
              </p:cNvPr>
              <p:cNvSpPr/>
              <p:nvPr/>
            </p:nvSpPr>
            <p:spPr>
              <a:xfrm>
                <a:off x="1833709" y="3785567"/>
                <a:ext cx="307580" cy="30345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CA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59" name="Straight Arrow Connector 458">
              <a:extLst>
                <a:ext uri="{FF2B5EF4-FFF2-40B4-BE49-F238E27FC236}">
                  <a16:creationId xmlns:a16="http://schemas.microsoft.com/office/drawing/2014/main" id="{4096E952-D3F7-4FE8-973E-6C1D32DF7E72}"/>
                </a:ext>
              </a:extLst>
            </p:cNvPr>
            <p:cNvCxnSpPr>
              <a:cxnSpLocks/>
            </p:cNvCxnSpPr>
            <p:nvPr/>
          </p:nvCxnSpPr>
          <p:spPr>
            <a:xfrm>
              <a:off x="3666872" y="4077255"/>
              <a:ext cx="0" cy="2250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7789435-A4FC-DB58-FA3B-4B73A2E14807}"/>
              </a:ext>
            </a:extLst>
          </p:cNvPr>
          <p:cNvSpPr txBox="1"/>
          <p:nvPr/>
        </p:nvSpPr>
        <p:spPr>
          <a:xfrm>
            <a:off x="12769" y="4671197"/>
            <a:ext cx="4011564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Circuit STD symbols (Nonlinear)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524ABE-9B61-4854-C5EF-F50E70EAF357}"/>
              </a:ext>
            </a:extLst>
          </p:cNvPr>
          <p:cNvGrpSpPr/>
          <p:nvPr/>
        </p:nvGrpSpPr>
        <p:grpSpPr>
          <a:xfrm>
            <a:off x="479989" y="5327779"/>
            <a:ext cx="926852" cy="296774"/>
            <a:chOff x="1453920" y="2410955"/>
            <a:chExt cx="926852" cy="296774"/>
          </a:xfrm>
        </p:grpSpPr>
        <p:sp>
          <p:nvSpPr>
            <p:cNvPr id="4" name="Line 30">
              <a:extLst>
                <a:ext uri="{FF2B5EF4-FFF2-40B4-BE49-F238E27FC236}">
                  <a16:creationId xmlns:a16="http://schemas.microsoft.com/office/drawing/2014/main" id="{2658AAA3-3E79-4450-C4D6-FD40CDCE7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3920" y="2557269"/>
              <a:ext cx="265273" cy="15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31">
              <a:extLst>
                <a:ext uri="{FF2B5EF4-FFF2-40B4-BE49-F238E27FC236}">
                  <a16:creationId xmlns:a16="http://schemas.microsoft.com/office/drawing/2014/main" id="{CD0C21F3-9DDE-78F6-BE43-1A87523D14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1237" y="2444217"/>
              <a:ext cx="43125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32">
              <a:extLst>
                <a:ext uri="{FF2B5EF4-FFF2-40B4-BE49-F238E27FC236}">
                  <a16:creationId xmlns:a16="http://schemas.microsoft.com/office/drawing/2014/main" id="{730906EA-B984-710E-0AC8-9AD63094D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4363" y="2444217"/>
              <a:ext cx="64163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" name="Line 33">
              <a:extLst>
                <a:ext uri="{FF2B5EF4-FFF2-40B4-BE49-F238E27FC236}">
                  <a16:creationId xmlns:a16="http://schemas.microsoft.com/office/drawing/2014/main" id="{0F04E00D-DAED-4A95-9A74-1CF3AF3713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8526" y="2444217"/>
              <a:ext cx="75733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" name="Line 34">
              <a:extLst>
                <a:ext uri="{FF2B5EF4-FFF2-40B4-BE49-F238E27FC236}">
                  <a16:creationId xmlns:a16="http://schemas.microsoft.com/office/drawing/2014/main" id="{F9563D6C-ED96-6938-F400-5FED58EC2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259" y="2444217"/>
              <a:ext cx="75733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" name="Line 35">
              <a:extLst>
                <a:ext uri="{FF2B5EF4-FFF2-40B4-BE49-F238E27FC236}">
                  <a16:creationId xmlns:a16="http://schemas.microsoft.com/office/drawing/2014/main" id="{D4F96D5F-EE5E-B5F5-9A45-C47B11F8B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9992" y="2444217"/>
              <a:ext cx="6521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" name="Line 36">
              <a:extLst>
                <a:ext uri="{FF2B5EF4-FFF2-40B4-BE49-F238E27FC236}">
                  <a16:creationId xmlns:a16="http://schemas.microsoft.com/office/drawing/2014/main" id="{99A98DA4-529A-58B4-1C1D-5E040D79D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5206" y="2444217"/>
              <a:ext cx="6521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2" name="Line 39">
              <a:extLst>
                <a:ext uri="{FF2B5EF4-FFF2-40B4-BE49-F238E27FC236}">
                  <a16:creationId xmlns:a16="http://schemas.microsoft.com/office/drawing/2014/main" id="{564117BA-0735-6889-75CF-4CA2EB0DD8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4392" y="2565727"/>
              <a:ext cx="42351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3" name="Line 30">
              <a:extLst>
                <a:ext uri="{FF2B5EF4-FFF2-40B4-BE49-F238E27FC236}">
                  <a16:creationId xmlns:a16="http://schemas.microsoft.com/office/drawing/2014/main" id="{B821A252-9905-8064-89E5-B3D6B63E34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2452" y="2564660"/>
              <a:ext cx="228320" cy="34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3EB67C71-D3C9-D171-E8B4-43C878472679}"/>
                </a:ext>
              </a:extLst>
            </p:cNvPr>
            <p:cNvSpPr/>
            <p:nvPr/>
          </p:nvSpPr>
          <p:spPr>
            <a:xfrm>
              <a:off x="1576643" y="2412023"/>
              <a:ext cx="675541" cy="2957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E6C7D7E6-A99F-BD00-5FB5-6EC35FA30686}"/>
                </a:ext>
              </a:extLst>
            </p:cNvPr>
            <p:cNvSpPr/>
            <p:nvPr/>
          </p:nvSpPr>
          <p:spPr>
            <a:xfrm flipH="1">
              <a:off x="1578229" y="2410955"/>
              <a:ext cx="75731" cy="2910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E2C0E067-B7DD-F189-0BC1-474F1C531833}"/>
              </a:ext>
            </a:extLst>
          </p:cNvPr>
          <p:cNvGrpSpPr/>
          <p:nvPr/>
        </p:nvGrpSpPr>
        <p:grpSpPr>
          <a:xfrm>
            <a:off x="2120917" y="5352544"/>
            <a:ext cx="962198" cy="296774"/>
            <a:chOff x="2686139" y="6203808"/>
            <a:chExt cx="962198" cy="296774"/>
          </a:xfrm>
        </p:grpSpPr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76FDC325-EF0A-BA64-0CF8-E2B39B70106D}"/>
                </a:ext>
              </a:extLst>
            </p:cNvPr>
            <p:cNvSpPr/>
            <p:nvPr/>
          </p:nvSpPr>
          <p:spPr>
            <a:xfrm>
              <a:off x="2805929" y="6204876"/>
              <a:ext cx="675541" cy="29570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6AF5B2BB-D0CA-059F-EF9A-983C89411A48}"/>
                </a:ext>
              </a:extLst>
            </p:cNvPr>
            <p:cNvSpPr/>
            <p:nvPr/>
          </p:nvSpPr>
          <p:spPr>
            <a:xfrm flipH="1">
              <a:off x="2807515" y="6203808"/>
              <a:ext cx="75731" cy="29102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8" name="Group 125">
              <a:extLst>
                <a:ext uri="{FF2B5EF4-FFF2-40B4-BE49-F238E27FC236}">
                  <a16:creationId xmlns:a16="http://schemas.microsoft.com/office/drawing/2014/main" id="{8E1CEE5C-525F-BD80-84CC-5373E1971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6139" y="6236324"/>
              <a:ext cx="962198" cy="233954"/>
              <a:chOff x="3533539" y="1219994"/>
              <a:chExt cx="1341887" cy="304800"/>
            </a:xfrm>
          </p:grpSpPr>
          <p:cxnSp>
            <p:nvCxnSpPr>
              <p:cNvPr id="469" name="Straight Connector 468">
                <a:extLst>
                  <a:ext uri="{FF2B5EF4-FFF2-40B4-BE49-F238E27FC236}">
                    <a16:creationId xmlns:a16="http://schemas.microsoft.com/office/drawing/2014/main" id="{480BAAA0-FCE6-AD0C-65FF-D5C07B56C5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33539" y="1372395"/>
                <a:ext cx="657460" cy="6842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>
                <a:extLst>
                  <a:ext uri="{FF2B5EF4-FFF2-40B4-BE49-F238E27FC236}">
                    <a16:creationId xmlns:a16="http://schemas.microsoft.com/office/drawing/2014/main" id="{26DC795A-A9D3-0C8C-AD42-95E9B1BFC2F6}"/>
                  </a:ext>
                </a:extLst>
              </p:cNvPr>
              <p:cNvCxnSpPr/>
              <p:nvPr/>
            </p:nvCxnSpPr>
            <p:spPr>
              <a:xfrm rot="5400000" flipH="1" flipV="1">
                <a:off x="4038601" y="1370806"/>
                <a:ext cx="304800" cy="3175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59046478-9527-D464-126A-820D27EF2C0A}"/>
                  </a:ext>
                </a:extLst>
              </p:cNvPr>
              <p:cNvCxnSpPr/>
              <p:nvPr/>
            </p:nvCxnSpPr>
            <p:spPr>
              <a:xfrm rot="5400000" flipH="1" flipV="1">
                <a:off x="4114801" y="1370806"/>
                <a:ext cx="304800" cy="3175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BD668B55-FA32-296C-8157-C5CF6CA4D0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1" y="1370808"/>
                <a:ext cx="608225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36E64EE-D9A9-7B70-A483-06CD509F1CFC}"/>
              </a:ext>
            </a:extLst>
          </p:cNvPr>
          <p:cNvGrpSpPr/>
          <p:nvPr/>
        </p:nvGrpSpPr>
        <p:grpSpPr>
          <a:xfrm>
            <a:off x="578219" y="6040731"/>
            <a:ext cx="779949" cy="296774"/>
            <a:chOff x="1453920" y="2410955"/>
            <a:chExt cx="779949" cy="296774"/>
          </a:xfrm>
        </p:grpSpPr>
        <p:sp>
          <p:nvSpPr>
            <p:cNvPr id="474" name="Line 30">
              <a:extLst>
                <a:ext uri="{FF2B5EF4-FFF2-40B4-BE49-F238E27FC236}">
                  <a16:creationId xmlns:a16="http://schemas.microsoft.com/office/drawing/2014/main" id="{E7037C81-8CE0-83B9-20E2-56B06859D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3920" y="2557269"/>
              <a:ext cx="265273" cy="15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5" name="Line 31">
              <a:extLst>
                <a:ext uri="{FF2B5EF4-FFF2-40B4-BE49-F238E27FC236}">
                  <a16:creationId xmlns:a16="http://schemas.microsoft.com/office/drawing/2014/main" id="{91BB656D-1C1F-D773-C0D2-7B34E2841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1237" y="2444217"/>
              <a:ext cx="43125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6" name="Line 32">
              <a:extLst>
                <a:ext uri="{FF2B5EF4-FFF2-40B4-BE49-F238E27FC236}">
                  <a16:creationId xmlns:a16="http://schemas.microsoft.com/office/drawing/2014/main" id="{66CF1CAB-B92D-1FBA-7379-9E4086573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4363" y="2444217"/>
              <a:ext cx="64163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7" name="Line 33">
              <a:extLst>
                <a:ext uri="{FF2B5EF4-FFF2-40B4-BE49-F238E27FC236}">
                  <a16:creationId xmlns:a16="http://schemas.microsoft.com/office/drawing/2014/main" id="{A07B9342-BC2A-13F2-5699-725DE2702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8526" y="2444217"/>
              <a:ext cx="75733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8" name="Line 36">
              <a:extLst>
                <a:ext uri="{FF2B5EF4-FFF2-40B4-BE49-F238E27FC236}">
                  <a16:creationId xmlns:a16="http://schemas.microsoft.com/office/drawing/2014/main" id="{711593DE-B8E9-EA90-7F65-2A32E80CD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1646" y="2444217"/>
              <a:ext cx="59285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9" name="Line 39">
              <a:extLst>
                <a:ext uri="{FF2B5EF4-FFF2-40B4-BE49-F238E27FC236}">
                  <a16:creationId xmlns:a16="http://schemas.microsoft.com/office/drawing/2014/main" id="{EBFDE677-752E-032A-F75C-8258BA3583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9792" y="2565727"/>
              <a:ext cx="38501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0" name="Line 30">
              <a:extLst>
                <a:ext uri="{FF2B5EF4-FFF2-40B4-BE49-F238E27FC236}">
                  <a16:creationId xmlns:a16="http://schemas.microsoft.com/office/drawing/2014/main" id="{98661978-F7CE-723F-A3E3-AF307B2326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26305" y="2564660"/>
              <a:ext cx="207564" cy="34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8C9FAD4A-BB99-E7D5-063C-231F542C101E}"/>
                </a:ext>
              </a:extLst>
            </p:cNvPr>
            <p:cNvSpPr/>
            <p:nvPr/>
          </p:nvSpPr>
          <p:spPr>
            <a:xfrm>
              <a:off x="1576644" y="2412023"/>
              <a:ext cx="516250" cy="2957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776DF3AE-C323-DF19-9BDD-B6B6783E592D}"/>
                </a:ext>
              </a:extLst>
            </p:cNvPr>
            <p:cNvSpPr/>
            <p:nvPr/>
          </p:nvSpPr>
          <p:spPr>
            <a:xfrm flipH="1">
              <a:off x="1578229" y="2410955"/>
              <a:ext cx="75731" cy="2910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A9BB7C55-9931-3DC6-DE73-FE04E01339AD}"/>
              </a:ext>
            </a:extLst>
          </p:cNvPr>
          <p:cNvGrpSpPr/>
          <p:nvPr/>
        </p:nvGrpSpPr>
        <p:grpSpPr>
          <a:xfrm>
            <a:off x="2240707" y="6116714"/>
            <a:ext cx="779949" cy="297095"/>
            <a:chOff x="4631527" y="1824994"/>
            <a:chExt cx="779949" cy="297095"/>
          </a:xfrm>
        </p:grpSpPr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40098165-F390-E3D2-4F46-A01FB4F66853}"/>
                </a:ext>
              </a:extLst>
            </p:cNvPr>
            <p:cNvSpPr/>
            <p:nvPr/>
          </p:nvSpPr>
          <p:spPr>
            <a:xfrm>
              <a:off x="4751317" y="1824994"/>
              <a:ext cx="516251" cy="29570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96623538-F137-956A-7B56-380EACC25B31}"/>
                </a:ext>
              </a:extLst>
            </p:cNvPr>
            <p:cNvSpPr/>
            <p:nvPr/>
          </p:nvSpPr>
          <p:spPr>
            <a:xfrm flipH="1">
              <a:off x="4752902" y="1826383"/>
              <a:ext cx="75731" cy="295706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6" name="Group 125">
              <a:extLst>
                <a:ext uri="{FF2B5EF4-FFF2-40B4-BE49-F238E27FC236}">
                  <a16:creationId xmlns:a16="http://schemas.microsoft.com/office/drawing/2014/main" id="{42422156-9D9A-5A32-638A-B8993574F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1527" y="1856442"/>
              <a:ext cx="779949" cy="233954"/>
              <a:chOff x="3533539" y="1219994"/>
              <a:chExt cx="1341887" cy="304800"/>
            </a:xfrm>
          </p:grpSpPr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0C917D0C-2F2A-977C-E2E4-29DC680ECF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33539" y="1372395"/>
                <a:ext cx="657460" cy="6842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D738692E-40D2-C2BB-013E-242493899F6D}"/>
                  </a:ext>
                </a:extLst>
              </p:cNvPr>
              <p:cNvCxnSpPr/>
              <p:nvPr/>
            </p:nvCxnSpPr>
            <p:spPr>
              <a:xfrm rot="5400000" flipH="1" flipV="1">
                <a:off x="4038601" y="1370806"/>
                <a:ext cx="304800" cy="3175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>
                <a:extLst>
                  <a:ext uri="{FF2B5EF4-FFF2-40B4-BE49-F238E27FC236}">
                    <a16:creationId xmlns:a16="http://schemas.microsoft.com/office/drawing/2014/main" id="{95C0CCE2-8ECD-C79C-135B-29E52F98DA19}"/>
                  </a:ext>
                </a:extLst>
              </p:cNvPr>
              <p:cNvCxnSpPr/>
              <p:nvPr/>
            </p:nvCxnSpPr>
            <p:spPr>
              <a:xfrm rot="5400000" flipH="1" flipV="1">
                <a:off x="4114801" y="1370806"/>
                <a:ext cx="304800" cy="3175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D77DEB65-D827-24C4-3190-F9EA33D803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1" y="1370808"/>
                <a:ext cx="608225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D7FB7ADD-60CA-C561-BBB6-945A80F2DCB9}"/>
              </a:ext>
            </a:extLst>
          </p:cNvPr>
          <p:cNvGrpSpPr/>
          <p:nvPr/>
        </p:nvGrpSpPr>
        <p:grpSpPr>
          <a:xfrm>
            <a:off x="476694" y="1169526"/>
            <a:ext cx="1037781" cy="295706"/>
            <a:chOff x="476694" y="1169526"/>
            <a:chExt cx="1037781" cy="295706"/>
          </a:xfrm>
        </p:grpSpPr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812B0BE8-8232-19B4-2465-3A112650148D}"/>
                </a:ext>
              </a:extLst>
            </p:cNvPr>
            <p:cNvCxnSpPr>
              <a:cxnSpLocks/>
              <a:endCxn id="492" idx="1"/>
            </p:cNvCxnSpPr>
            <p:nvPr/>
          </p:nvCxnSpPr>
          <p:spPr>
            <a:xfrm>
              <a:off x="476694" y="1317379"/>
              <a:ext cx="19911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7FD241B3-838F-E636-B1AF-519E14D89BCB}"/>
                </a:ext>
              </a:extLst>
            </p:cNvPr>
            <p:cNvSpPr/>
            <p:nvPr/>
          </p:nvSpPr>
          <p:spPr>
            <a:xfrm>
              <a:off x="675808" y="1169526"/>
              <a:ext cx="675541" cy="2957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E032DAEC-2542-B622-38FD-9BE392B9C45C}"/>
                </a:ext>
              </a:extLst>
            </p:cNvPr>
            <p:cNvCxnSpPr>
              <a:cxnSpLocks/>
            </p:cNvCxnSpPr>
            <p:nvPr/>
          </p:nvCxnSpPr>
          <p:spPr>
            <a:xfrm>
              <a:off x="1350034" y="1311389"/>
              <a:ext cx="164441" cy="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F14D2496-EBF4-77B9-355E-4B3FD8D314B4}"/>
              </a:ext>
            </a:extLst>
          </p:cNvPr>
          <p:cNvGrpSpPr/>
          <p:nvPr/>
        </p:nvGrpSpPr>
        <p:grpSpPr>
          <a:xfrm>
            <a:off x="542146" y="1857552"/>
            <a:ext cx="864695" cy="214517"/>
            <a:chOff x="492615" y="1206000"/>
            <a:chExt cx="864695" cy="214517"/>
          </a:xfrm>
        </p:grpSpPr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E35A9352-101B-DCE1-1C6B-FE1713694374}"/>
                </a:ext>
              </a:extLst>
            </p:cNvPr>
            <p:cNvCxnSpPr>
              <a:cxnSpLocks/>
              <a:endCxn id="505" idx="1"/>
            </p:cNvCxnSpPr>
            <p:nvPr/>
          </p:nvCxnSpPr>
          <p:spPr>
            <a:xfrm>
              <a:off x="492615" y="1313259"/>
              <a:ext cx="18319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7B0A0367-E890-3498-9D61-A38AB48633A0}"/>
                </a:ext>
              </a:extLst>
            </p:cNvPr>
            <p:cNvSpPr/>
            <p:nvPr/>
          </p:nvSpPr>
          <p:spPr>
            <a:xfrm>
              <a:off x="675808" y="1206000"/>
              <a:ext cx="517061" cy="2145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1928BD9A-DBFC-E881-AA78-3DDCFF376A98}"/>
                </a:ext>
              </a:extLst>
            </p:cNvPr>
            <p:cNvCxnSpPr>
              <a:cxnSpLocks/>
            </p:cNvCxnSpPr>
            <p:nvPr/>
          </p:nvCxnSpPr>
          <p:spPr>
            <a:xfrm>
              <a:off x="1192869" y="1312411"/>
              <a:ext cx="164441" cy="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A4171D3B-D4BB-2977-0F31-D470B524E141}"/>
              </a:ext>
            </a:extLst>
          </p:cNvPr>
          <p:cNvGrpSpPr/>
          <p:nvPr/>
        </p:nvGrpSpPr>
        <p:grpSpPr>
          <a:xfrm>
            <a:off x="7157323" y="3123294"/>
            <a:ext cx="505382" cy="1319988"/>
            <a:chOff x="2445623" y="1110344"/>
            <a:chExt cx="505382" cy="1319988"/>
          </a:xfrm>
        </p:grpSpPr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C9D1C4DD-C558-DFD1-4E8F-D327EACE3F1B}"/>
                </a:ext>
              </a:extLst>
            </p:cNvPr>
            <p:cNvSpPr/>
            <p:nvPr/>
          </p:nvSpPr>
          <p:spPr>
            <a:xfrm>
              <a:off x="2540898" y="1432290"/>
              <a:ext cx="410107" cy="40460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7B91BA38-099F-AC18-19CA-3D423A03D367}"/>
                </a:ext>
              </a:extLst>
            </p:cNvPr>
            <p:cNvSpPr/>
            <p:nvPr/>
          </p:nvSpPr>
          <p:spPr>
            <a:xfrm>
              <a:off x="2546403" y="1675598"/>
              <a:ext cx="404602" cy="404602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3B0345CA-40E4-850C-4E88-D7C2E3AC2105}"/>
                </a:ext>
              </a:extLst>
            </p:cNvPr>
            <p:cNvCxnSpPr>
              <a:stCxn id="495" idx="0"/>
            </p:cNvCxnSpPr>
            <p:nvPr/>
          </p:nvCxnSpPr>
          <p:spPr>
            <a:xfrm flipH="1" flipV="1">
              <a:off x="2737696" y="1110344"/>
              <a:ext cx="8256" cy="32194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6E393DC0-8407-51A7-C715-1C353DDA17BB}"/>
                </a:ext>
              </a:extLst>
            </p:cNvPr>
            <p:cNvCxnSpPr>
              <a:stCxn id="496" idx="4"/>
            </p:cNvCxnSpPr>
            <p:nvPr/>
          </p:nvCxnSpPr>
          <p:spPr>
            <a:xfrm>
              <a:off x="2748704" y="2080200"/>
              <a:ext cx="0" cy="35013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Arrow Connector 498">
              <a:extLst>
                <a:ext uri="{FF2B5EF4-FFF2-40B4-BE49-F238E27FC236}">
                  <a16:creationId xmlns:a16="http://schemas.microsoft.com/office/drawing/2014/main" id="{A505D7E4-2535-1E7B-67F3-17EB62838688}"/>
                </a:ext>
              </a:extLst>
            </p:cNvPr>
            <p:cNvCxnSpPr/>
            <p:nvPr/>
          </p:nvCxnSpPr>
          <p:spPr>
            <a:xfrm flipV="1">
              <a:off x="2445623" y="1518022"/>
              <a:ext cx="7065" cy="458423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9D1926C5-5BE5-80D4-CB89-020DBE93B6A0}"/>
              </a:ext>
            </a:extLst>
          </p:cNvPr>
          <p:cNvGrpSpPr/>
          <p:nvPr/>
        </p:nvGrpSpPr>
        <p:grpSpPr>
          <a:xfrm>
            <a:off x="8295586" y="3189971"/>
            <a:ext cx="410107" cy="1081847"/>
            <a:chOff x="3583886" y="1177021"/>
            <a:chExt cx="410107" cy="1081847"/>
          </a:xfrm>
        </p:grpSpPr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E38E2900-A60D-ED20-1DF5-83318305BE02}"/>
                </a:ext>
              </a:extLst>
            </p:cNvPr>
            <p:cNvSpPr/>
            <p:nvPr/>
          </p:nvSpPr>
          <p:spPr>
            <a:xfrm>
              <a:off x="3583886" y="1498967"/>
              <a:ext cx="410107" cy="40460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+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-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214DEB73-28B6-208B-C0A4-6D901D4FC428}"/>
                </a:ext>
              </a:extLst>
            </p:cNvPr>
            <p:cNvCxnSpPr>
              <a:stCxn id="507" idx="0"/>
            </p:cNvCxnSpPr>
            <p:nvPr/>
          </p:nvCxnSpPr>
          <p:spPr>
            <a:xfrm flipH="1" flipV="1">
              <a:off x="3780684" y="1177021"/>
              <a:ext cx="8256" cy="32194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87D42073-81D6-BCB2-1652-2FCCB920C2D0}"/>
                </a:ext>
              </a:extLst>
            </p:cNvPr>
            <p:cNvCxnSpPr/>
            <p:nvPr/>
          </p:nvCxnSpPr>
          <p:spPr>
            <a:xfrm>
              <a:off x="3791692" y="1908736"/>
              <a:ext cx="0" cy="35013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BD85422A-C6CA-EA42-9409-ACBEC4DCD1E9}"/>
              </a:ext>
            </a:extLst>
          </p:cNvPr>
          <p:cNvGrpSpPr/>
          <p:nvPr/>
        </p:nvGrpSpPr>
        <p:grpSpPr>
          <a:xfrm>
            <a:off x="9209986" y="3164301"/>
            <a:ext cx="441699" cy="1081847"/>
            <a:chOff x="4498286" y="1151351"/>
            <a:chExt cx="441699" cy="1081847"/>
          </a:xfrm>
        </p:grpSpPr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57439F09-DED7-AE00-54D0-F0A52D82C8A8}"/>
                </a:ext>
              </a:extLst>
            </p:cNvPr>
            <p:cNvSpPr/>
            <p:nvPr/>
          </p:nvSpPr>
          <p:spPr>
            <a:xfrm>
              <a:off x="4498286" y="1473297"/>
              <a:ext cx="410107" cy="40460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CA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6309BE5-2F0A-C0E9-FB6B-5135D49DF6A8}"/>
                </a:ext>
              </a:extLst>
            </p:cNvPr>
            <p:cNvCxnSpPr>
              <a:stCxn id="511" idx="0"/>
            </p:cNvCxnSpPr>
            <p:nvPr/>
          </p:nvCxnSpPr>
          <p:spPr>
            <a:xfrm flipH="1" flipV="1">
              <a:off x="4695084" y="1151351"/>
              <a:ext cx="8256" cy="32194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D162C5C-08F6-7A3B-3D46-C4985E525A96}"/>
                </a:ext>
              </a:extLst>
            </p:cNvPr>
            <p:cNvCxnSpPr/>
            <p:nvPr/>
          </p:nvCxnSpPr>
          <p:spPr>
            <a:xfrm>
              <a:off x="4706092" y="1883066"/>
              <a:ext cx="0" cy="35013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8212F53F-808C-0FCB-DB44-8A1459B298F7}"/>
                </a:ext>
              </a:extLst>
            </p:cNvPr>
            <p:cNvSpPr/>
            <p:nvPr/>
          </p:nvSpPr>
          <p:spPr>
            <a:xfrm>
              <a:off x="4549271" y="1607820"/>
              <a:ext cx="313401" cy="148919"/>
            </a:xfrm>
            <a:custGeom>
              <a:avLst/>
              <a:gdLst>
                <a:gd name="connsiteX0" fmla="*/ 0 w 304800"/>
                <a:gd name="connsiteY0" fmla="*/ 158464 h 298145"/>
                <a:gd name="connsiteX1" fmla="*/ 85725 w 304800"/>
                <a:gd name="connsiteY1" fmla="*/ 3683 h 298145"/>
                <a:gd name="connsiteX2" fmla="*/ 207169 w 304800"/>
                <a:gd name="connsiteY2" fmla="*/ 296576 h 298145"/>
                <a:gd name="connsiteX3" fmla="*/ 304800 w 304800"/>
                <a:gd name="connsiteY3" fmla="*/ 127508 h 298145"/>
                <a:gd name="connsiteX4" fmla="*/ 304800 w 304800"/>
                <a:gd name="connsiteY4" fmla="*/ 127508 h 29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298145">
                  <a:moveTo>
                    <a:pt x="0" y="158464"/>
                  </a:moveTo>
                  <a:cubicBezTo>
                    <a:pt x="25598" y="69564"/>
                    <a:pt x="51197" y="-19336"/>
                    <a:pt x="85725" y="3683"/>
                  </a:cubicBezTo>
                  <a:cubicBezTo>
                    <a:pt x="120253" y="26702"/>
                    <a:pt x="170657" y="275939"/>
                    <a:pt x="207169" y="296576"/>
                  </a:cubicBezTo>
                  <a:cubicBezTo>
                    <a:pt x="243682" y="317214"/>
                    <a:pt x="304800" y="127508"/>
                    <a:pt x="304800" y="127508"/>
                  </a:cubicBezTo>
                  <a:lnTo>
                    <a:pt x="304800" y="127508"/>
                  </a:lnTo>
                </a:path>
              </a:pathLst>
            </a:cu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EEEC70E-A633-22CD-3B90-2826F71B0162}"/>
                </a:ext>
              </a:extLst>
            </p:cNvPr>
            <p:cNvSpPr txBox="1"/>
            <p:nvPr/>
          </p:nvSpPr>
          <p:spPr>
            <a:xfrm>
              <a:off x="4639903" y="1177021"/>
              <a:ext cx="300082" cy="36933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  <a:endParaRPr lang="en-CA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73B8898-ECE5-0BF8-177C-5C5CB02743D0}"/>
                </a:ext>
              </a:extLst>
            </p:cNvPr>
            <p:cNvSpPr txBox="1"/>
            <p:nvPr/>
          </p:nvSpPr>
          <p:spPr>
            <a:xfrm>
              <a:off x="4675308" y="1767519"/>
              <a:ext cx="255198" cy="36933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  <a:endParaRPr lang="en-CA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5EB9909-C6A2-6A5B-44DF-6D6E5ADC0F57}"/>
              </a:ext>
            </a:extLst>
          </p:cNvPr>
          <p:cNvGrpSpPr/>
          <p:nvPr/>
        </p:nvGrpSpPr>
        <p:grpSpPr>
          <a:xfrm>
            <a:off x="10076180" y="3079750"/>
            <a:ext cx="445352" cy="1030342"/>
            <a:chOff x="5364480" y="1066800"/>
            <a:chExt cx="445352" cy="1030342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FA7E225-2A92-6F88-B118-685D7EF76462}"/>
                </a:ext>
              </a:extLst>
            </p:cNvPr>
            <p:cNvCxnSpPr/>
            <p:nvPr/>
          </p:nvCxnSpPr>
          <p:spPr>
            <a:xfrm>
              <a:off x="5364480" y="1546353"/>
              <a:ext cx="4191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B14D5A9-5990-67A0-8A41-468DAAF45B0B}"/>
                </a:ext>
              </a:extLst>
            </p:cNvPr>
            <p:cNvCxnSpPr/>
            <p:nvPr/>
          </p:nvCxnSpPr>
          <p:spPr>
            <a:xfrm>
              <a:off x="5471160" y="1630680"/>
              <a:ext cx="21336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AC337D2-CEAE-DDEF-AB48-6D78E3B1D2AB}"/>
                </a:ext>
              </a:extLst>
            </p:cNvPr>
            <p:cNvCxnSpPr/>
            <p:nvPr/>
          </p:nvCxnSpPr>
          <p:spPr>
            <a:xfrm flipV="1">
              <a:off x="5566410" y="1066800"/>
              <a:ext cx="0" cy="47408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6A30E18-6499-499A-08CA-EBF87AA3F325}"/>
                </a:ext>
              </a:extLst>
            </p:cNvPr>
            <p:cNvCxnSpPr/>
            <p:nvPr/>
          </p:nvCxnSpPr>
          <p:spPr>
            <a:xfrm flipV="1">
              <a:off x="5574030" y="1623060"/>
              <a:ext cx="0" cy="47408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712F6EB-FE08-95B8-5387-2FE5800AF341}"/>
                </a:ext>
              </a:extLst>
            </p:cNvPr>
            <p:cNvSpPr txBox="1"/>
            <p:nvPr/>
          </p:nvSpPr>
          <p:spPr>
            <a:xfrm>
              <a:off x="5509750" y="1236449"/>
              <a:ext cx="300082" cy="36933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  <a:endParaRPr lang="en-CA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88A9C67-9745-55F1-E889-53F54F6B6796}"/>
                </a:ext>
              </a:extLst>
            </p:cNvPr>
            <p:cNvSpPr txBox="1"/>
            <p:nvPr/>
          </p:nvSpPr>
          <p:spPr>
            <a:xfrm>
              <a:off x="5536861" y="1546353"/>
              <a:ext cx="255198" cy="36933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300212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12104B-430A-4179-BE4A-590BFC1326E5}"/>
              </a:ext>
            </a:extLst>
          </p:cNvPr>
          <p:cNvSpPr txBox="1"/>
          <p:nvPr/>
        </p:nvSpPr>
        <p:spPr>
          <a:xfrm>
            <a:off x="1689100" y="116072"/>
            <a:ext cx="875665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Circuit STD symbols (Semiconductor / devices)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B1D52DF-7265-476B-B05E-B1825D4A3AB3}"/>
              </a:ext>
            </a:extLst>
          </p:cNvPr>
          <p:cNvSpPr txBox="1"/>
          <p:nvPr/>
        </p:nvSpPr>
        <p:spPr>
          <a:xfrm>
            <a:off x="272126" y="120541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705A90E-FA9C-4670-9077-860CAED96223}"/>
              </a:ext>
            </a:extLst>
          </p:cNvPr>
          <p:cNvSpPr txBox="1"/>
          <p:nvPr/>
        </p:nvSpPr>
        <p:spPr>
          <a:xfrm>
            <a:off x="1254628" y="16267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8535CD4-D62E-43B4-A9FC-9DDF14F91046}"/>
              </a:ext>
            </a:extLst>
          </p:cNvPr>
          <p:cNvSpPr txBox="1"/>
          <p:nvPr/>
        </p:nvSpPr>
        <p:spPr>
          <a:xfrm>
            <a:off x="1244844" y="88846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EB093DF-1745-4452-BF14-0F1CC962F3C3}"/>
              </a:ext>
            </a:extLst>
          </p:cNvPr>
          <p:cNvGrpSpPr/>
          <p:nvPr/>
        </p:nvGrpSpPr>
        <p:grpSpPr>
          <a:xfrm>
            <a:off x="694855" y="779734"/>
            <a:ext cx="508618" cy="1258862"/>
            <a:chOff x="6358746" y="2117770"/>
            <a:chExt cx="508618" cy="1258862"/>
          </a:xfrm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BE9ADEC-2AF2-4E70-BF83-D397C3808BDD}"/>
                </a:ext>
              </a:extLst>
            </p:cNvPr>
            <p:cNvCxnSpPr/>
            <p:nvPr/>
          </p:nvCxnSpPr>
          <p:spPr bwMode="auto">
            <a:xfrm flipV="1">
              <a:off x="6496617" y="2526639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2EAF9352-68CD-4C3B-9CE9-1F1D0BB350FB}"/>
                </a:ext>
              </a:extLst>
            </p:cNvPr>
            <p:cNvCxnSpPr/>
            <p:nvPr/>
          </p:nvCxnSpPr>
          <p:spPr bwMode="auto">
            <a:xfrm>
              <a:off x="6591622" y="2538836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17F6A074-FDAC-4490-9A3C-CAC3839C3C50}"/>
                </a:ext>
              </a:extLst>
            </p:cNvPr>
            <p:cNvCxnSpPr/>
            <p:nvPr/>
          </p:nvCxnSpPr>
          <p:spPr bwMode="auto">
            <a:xfrm>
              <a:off x="6358746" y="2740343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E150FD20-FF28-4BC2-B7F1-7EFB57BCBCBE}"/>
                </a:ext>
              </a:extLst>
            </p:cNvPr>
            <p:cNvCxnSpPr/>
            <p:nvPr/>
          </p:nvCxnSpPr>
          <p:spPr bwMode="auto">
            <a:xfrm flipV="1">
              <a:off x="6594006" y="2528083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70C4A415-ECB6-4FFB-BA5C-3428A48B6CC0}"/>
                </a:ext>
              </a:extLst>
            </p:cNvPr>
            <p:cNvCxnSpPr/>
            <p:nvPr/>
          </p:nvCxnSpPr>
          <p:spPr bwMode="auto">
            <a:xfrm flipH="1">
              <a:off x="6850778" y="2947596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F5D70F2A-6B0D-4364-8101-DA2C01C6543F}"/>
                </a:ext>
              </a:extLst>
            </p:cNvPr>
            <p:cNvCxnSpPr/>
            <p:nvPr/>
          </p:nvCxnSpPr>
          <p:spPr bwMode="auto">
            <a:xfrm flipH="1">
              <a:off x="6862116" y="2117770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D4EF8DB8-7B70-4037-8DFA-9AAB8F4698F5}"/>
                </a:ext>
              </a:extLst>
            </p:cNvPr>
            <p:cNvCxnSpPr/>
            <p:nvPr/>
          </p:nvCxnSpPr>
          <p:spPr bwMode="auto">
            <a:xfrm>
              <a:off x="6587353" y="2947596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89FF48B3-AE65-4065-9A34-ED886D68C3C4}"/>
                </a:ext>
              </a:extLst>
            </p:cNvPr>
            <p:cNvCxnSpPr>
              <a:cxnSpLocks/>
            </p:cNvCxnSpPr>
            <p:nvPr/>
          </p:nvCxnSpPr>
          <p:spPr>
            <a:xfrm>
              <a:off x="6755607" y="2952958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59D384B6-5C3E-4B9D-8F5D-516924425F9D}"/>
              </a:ext>
            </a:extLst>
          </p:cNvPr>
          <p:cNvSpPr txBox="1"/>
          <p:nvPr/>
        </p:nvSpPr>
        <p:spPr>
          <a:xfrm>
            <a:off x="1952586" y="124692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F162B82-D049-46C9-AE65-1CBE1B35D2A4}"/>
              </a:ext>
            </a:extLst>
          </p:cNvPr>
          <p:cNvSpPr txBox="1"/>
          <p:nvPr/>
        </p:nvSpPr>
        <p:spPr>
          <a:xfrm>
            <a:off x="2907666" y="164943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F7E8624-36DE-4203-A6A2-B76342867CAE}"/>
              </a:ext>
            </a:extLst>
          </p:cNvPr>
          <p:cNvSpPr txBox="1"/>
          <p:nvPr/>
        </p:nvSpPr>
        <p:spPr>
          <a:xfrm>
            <a:off x="2925304" y="92997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</p:txBody>
      </p: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442EC4A5-EF07-46C8-91A7-F2636C178C24}"/>
              </a:ext>
            </a:extLst>
          </p:cNvPr>
          <p:cNvGrpSpPr/>
          <p:nvPr/>
        </p:nvGrpSpPr>
        <p:grpSpPr>
          <a:xfrm>
            <a:off x="2375315" y="821241"/>
            <a:ext cx="508618" cy="1258862"/>
            <a:chOff x="8115361" y="1862016"/>
            <a:chExt cx="508618" cy="1258862"/>
          </a:xfrm>
        </p:grpSpPr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78A5CF0-C7A4-4D11-9341-419D00362C12}"/>
                </a:ext>
              </a:extLst>
            </p:cNvPr>
            <p:cNvCxnSpPr/>
            <p:nvPr/>
          </p:nvCxnSpPr>
          <p:spPr bwMode="auto">
            <a:xfrm flipV="1">
              <a:off x="8253232" y="2270885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725E091-2E05-4A9C-919F-C2C5960E3E69}"/>
                </a:ext>
              </a:extLst>
            </p:cNvPr>
            <p:cNvCxnSpPr/>
            <p:nvPr/>
          </p:nvCxnSpPr>
          <p:spPr bwMode="auto">
            <a:xfrm>
              <a:off x="8348237" y="2283082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E45BA3C4-E725-41B3-915C-D10BCBB09AB7}"/>
                </a:ext>
              </a:extLst>
            </p:cNvPr>
            <p:cNvCxnSpPr/>
            <p:nvPr/>
          </p:nvCxnSpPr>
          <p:spPr bwMode="auto">
            <a:xfrm>
              <a:off x="8115361" y="2484589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B0B9EF27-5543-4DD0-9D05-542E6654D50D}"/>
                </a:ext>
              </a:extLst>
            </p:cNvPr>
            <p:cNvCxnSpPr/>
            <p:nvPr/>
          </p:nvCxnSpPr>
          <p:spPr bwMode="auto">
            <a:xfrm flipV="1">
              <a:off x="8350621" y="2272329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9F5C08B1-59F9-4125-B390-15D952A5E220}"/>
                </a:ext>
              </a:extLst>
            </p:cNvPr>
            <p:cNvCxnSpPr/>
            <p:nvPr/>
          </p:nvCxnSpPr>
          <p:spPr bwMode="auto">
            <a:xfrm flipH="1">
              <a:off x="8607393" y="2691842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59926148-C250-4014-86A6-80BB330CC578}"/>
                </a:ext>
              </a:extLst>
            </p:cNvPr>
            <p:cNvCxnSpPr/>
            <p:nvPr/>
          </p:nvCxnSpPr>
          <p:spPr bwMode="auto">
            <a:xfrm flipH="1">
              <a:off x="8618731" y="1862016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E84B7931-BD75-43E5-A982-A7F25616391B}"/>
                </a:ext>
              </a:extLst>
            </p:cNvPr>
            <p:cNvCxnSpPr/>
            <p:nvPr/>
          </p:nvCxnSpPr>
          <p:spPr bwMode="auto">
            <a:xfrm>
              <a:off x="8343968" y="2691842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8E081D86-6556-4DC5-B3A6-6BA093412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117" y="2692442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30988D4-DD99-4C23-B23C-97AC388A87BD}"/>
              </a:ext>
            </a:extLst>
          </p:cNvPr>
          <p:cNvGrpSpPr/>
          <p:nvPr/>
        </p:nvGrpSpPr>
        <p:grpSpPr>
          <a:xfrm>
            <a:off x="779438" y="3618792"/>
            <a:ext cx="389359" cy="631748"/>
            <a:chOff x="6210708" y="3577365"/>
            <a:chExt cx="389359" cy="631748"/>
          </a:xfrm>
        </p:grpSpPr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3969822-91CA-4165-9CA2-122590B787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18846" y="3775104"/>
              <a:ext cx="2300" cy="2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7594F0B-B732-47FB-9495-23C849C5799B}"/>
                </a:ext>
              </a:extLst>
            </p:cNvPr>
            <p:cNvCxnSpPr/>
            <p:nvPr/>
          </p:nvCxnSpPr>
          <p:spPr bwMode="auto">
            <a:xfrm>
              <a:off x="6379194" y="3794117"/>
              <a:ext cx="220873" cy="11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91E399E1-E05A-4C98-AD01-69D617E043B1}"/>
                </a:ext>
              </a:extLst>
            </p:cNvPr>
            <p:cNvCxnSpPr/>
            <p:nvPr/>
          </p:nvCxnSpPr>
          <p:spPr bwMode="auto">
            <a:xfrm>
              <a:off x="6210708" y="3892089"/>
              <a:ext cx="110437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616195E5-0029-47CA-8D09-9B93730C70B1}"/>
                </a:ext>
              </a:extLst>
            </p:cNvPr>
            <p:cNvCxnSpPr/>
            <p:nvPr/>
          </p:nvCxnSpPr>
          <p:spPr bwMode="auto">
            <a:xfrm rot="5400000" flipH="1" flipV="1">
              <a:off x="6273441" y="3892089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6D6A48F1-E696-4CE6-BC09-C88F6037F119}"/>
                </a:ext>
              </a:extLst>
            </p:cNvPr>
            <p:cNvCxnSpPr/>
            <p:nvPr/>
          </p:nvCxnSpPr>
          <p:spPr bwMode="auto">
            <a:xfrm rot="5400000">
              <a:off x="6480029" y="4098677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5C05721D-8296-4CAB-BBF0-DDAE510911BA}"/>
                </a:ext>
              </a:extLst>
            </p:cNvPr>
            <p:cNvCxnSpPr/>
            <p:nvPr/>
          </p:nvCxnSpPr>
          <p:spPr bwMode="auto">
            <a:xfrm rot="5400000">
              <a:off x="6481259" y="3686652"/>
              <a:ext cx="220874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03765831-6139-451D-A5B4-B9E8D769450E}"/>
                </a:ext>
              </a:extLst>
            </p:cNvPr>
            <p:cNvCxnSpPr/>
            <p:nvPr/>
          </p:nvCxnSpPr>
          <p:spPr bwMode="auto">
            <a:xfrm>
              <a:off x="6376734" y="3992760"/>
              <a:ext cx="220873" cy="27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Isosceles Triangle 225">
              <a:extLst>
                <a:ext uri="{FF2B5EF4-FFF2-40B4-BE49-F238E27FC236}">
                  <a16:creationId xmlns:a16="http://schemas.microsoft.com/office/drawing/2014/main" id="{3F9773C2-130A-4299-94AA-78C5346A0024}"/>
                </a:ext>
              </a:extLst>
            </p:cNvPr>
            <p:cNvSpPr/>
            <p:nvPr/>
          </p:nvSpPr>
          <p:spPr bwMode="auto">
            <a:xfrm rot="5400000">
              <a:off x="6463253" y="3957662"/>
              <a:ext cx="66722" cy="78226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C8BE7102-6D02-4EE9-AA14-73B185E0E131}"/>
              </a:ext>
            </a:extLst>
          </p:cNvPr>
          <p:cNvGrpSpPr/>
          <p:nvPr/>
        </p:nvGrpSpPr>
        <p:grpSpPr>
          <a:xfrm>
            <a:off x="2488099" y="3571854"/>
            <a:ext cx="389359" cy="634129"/>
            <a:chOff x="6840996" y="3577365"/>
            <a:chExt cx="389359" cy="634129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77802808-51A6-41B1-AD7F-49432A4E21B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49134" y="3775104"/>
              <a:ext cx="2300" cy="2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CAFCCA1-9594-4C6B-8552-7E3C59A106A6}"/>
                </a:ext>
              </a:extLst>
            </p:cNvPr>
            <p:cNvCxnSpPr/>
            <p:nvPr/>
          </p:nvCxnSpPr>
          <p:spPr bwMode="auto">
            <a:xfrm>
              <a:off x="7009482" y="3794117"/>
              <a:ext cx="220873" cy="11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FBF874B-6302-478D-A6D4-03FDB8C60826}"/>
                </a:ext>
              </a:extLst>
            </p:cNvPr>
            <p:cNvCxnSpPr/>
            <p:nvPr/>
          </p:nvCxnSpPr>
          <p:spPr bwMode="auto">
            <a:xfrm>
              <a:off x="6840996" y="3892089"/>
              <a:ext cx="110437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4803D9AA-E160-4F9D-8A81-89FBA32E4137}"/>
                </a:ext>
              </a:extLst>
            </p:cNvPr>
            <p:cNvCxnSpPr/>
            <p:nvPr/>
          </p:nvCxnSpPr>
          <p:spPr bwMode="auto">
            <a:xfrm rot="5400000" flipH="1" flipV="1">
              <a:off x="6903729" y="3892089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7CA977F5-A014-4176-8227-BEF83C20C5C3}"/>
                </a:ext>
              </a:extLst>
            </p:cNvPr>
            <p:cNvCxnSpPr/>
            <p:nvPr/>
          </p:nvCxnSpPr>
          <p:spPr bwMode="auto">
            <a:xfrm rot="5400000">
              <a:off x="7112698" y="4101058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C6A71A9E-17C6-43AA-AA69-94E70B4BBC9B}"/>
                </a:ext>
              </a:extLst>
            </p:cNvPr>
            <p:cNvCxnSpPr/>
            <p:nvPr/>
          </p:nvCxnSpPr>
          <p:spPr bwMode="auto">
            <a:xfrm rot="5400000">
              <a:off x="7111547" y="3686652"/>
              <a:ext cx="220874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8197D5B3-3172-4C98-9E43-C7E66E8C6D6B}"/>
                </a:ext>
              </a:extLst>
            </p:cNvPr>
            <p:cNvCxnSpPr/>
            <p:nvPr/>
          </p:nvCxnSpPr>
          <p:spPr bwMode="auto">
            <a:xfrm>
              <a:off x="7009403" y="3995383"/>
              <a:ext cx="220873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148DD35F-0144-4309-BEAF-4E2546F7DAE0}"/>
                </a:ext>
              </a:extLst>
            </p:cNvPr>
            <p:cNvSpPr/>
            <p:nvPr/>
          </p:nvSpPr>
          <p:spPr bwMode="auto">
            <a:xfrm rot="16200000">
              <a:off x="7084138" y="3754748"/>
              <a:ext cx="66722" cy="78226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>
                <a:defRPr/>
              </a:pPr>
              <a:endParaRPr lang="en-US" dirty="0"/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0FDA4C32-5DD7-438F-AD57-AE025C31CCDC}"/>
              </a:ext>
            </a:extLst>
          </p:cNvPr>
          <p:cNvGrpSpPr/>
          <p:nvPr/>
        </p:nvGrpSpPr>
        <p:grpSpPr>
          <a:xfrm>
            <a:off x="2415169" y="4744367"/>
            <a:ext cx="468764" cy="634129"/>
            <a:chOff x="6761591" y="3577365"/>
            <a:chExt cx="468764" cy="634129"/>
          </a:xfrm>
        </p:grpSpPr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3FF42FA2-3E6E-4B17-A8DF-645DC20DF04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49134" y="3775104"/>
              <a:ext cx="2300" cy="2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D25C015F-07A5-4C2F-8FDD-FB0BD0D4DED9}"/>
                </a:ext>
              </a:extLst>
            </p:cNvPr>
            <p:cNvCxnSpPr/>
            <p:nvPr/>
          </p:nvCxnSpPr>
          <p:spPr bwMode="auto">
            <a:xfrm>
              <a:off x="7009482" y="3794117"/>
              <a:ext cx="220873" cy="11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EF8C6C16-1C01-4E8F-9C79-C5E7D3FDA3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61591" y="3893239"/>
              <a:ext cx="189842" cy="11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9673E993-33B6-4372-9E60-71D68CF7386B}"/>
                </a:ext>
              </a:extLst>
            </p:cNvPr>
            <p:cNvCxnSpPr/>
            <p:nvPr/>
          </p:nvCxnSpPr>
          <p:spPr bwMode="auto">
            <a:xfrm rot="5400000" flipH="1" flipV="1">
              <a:off x="6903729" y="3892089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9FFCDF81-274E-4927-BE9B-36758E3D988A}"/>
                </a:ext>
              </a:extLst>
            </p:cNvPr>
            <p:cNvCxnSpPr/>
            <p:nvPr/>
          </p:nvCxnSpPr>
          <p:spPr bwMode="auto">
            <a:xfrm rot="5400000">
              <a:off x="7112698" y="4101058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B2E89B92-CD30-4A25-A730-F9924842B3B9}"/>
                </a:ext>
              </a:extLst>
            </p:cNvPr>
            <p:cNvCxnSpPr/>
            <p:nvPr/>
          </p:nvCxnSpPr>
          <p:spPr bwMode="auto">
            <a:xfrm rot="5400000">
              <a:off x="7111547" y="3686652"/>
              <a:ext cx="220874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F4F04278-E259-4E41-95E3-E080D4BED292}"/>
                </a:ext>
              </a:extLst>
            </p:cNvPr>
            <p:cNvCxnSpPr/>
            <p:nvPr/>
          </p:nvCxnSpPr>
          <p:spPr bwMode="auto">
            <a:xfrm>
              <a:off x="7009403" y="3995383"/>
              <a:ext cx="220873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Isosceles Triangle 283">
              <a:extLst>
                <a:ext uri="{FF2B5EF4-FFF2-40B4-BE49-F238E27FC236}">
                  <a16:creationId xmlns:a16="http://schemas.microsoft.com/office/drawing/2014/main" id="{30085D5D-A392-41BB-85C5-2907C7B9B910}"/>
                </a:ext>
              </a:extLst>
            </p:cNvPr>
            <p:cNvSpPr/>
            <p:nvPr/>
          </p:nvSpPr>
          <p:spPr bwMode="auto">
            <a:xfrm rot="16200000">
              <a:off x="6831999" y="3859743"/>
              <a:ext cx="66722" cy="71115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>
                <a:defRPr/>
              </a:pPr>
              <a:endParaRPr lang="en-US" dirty="0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3D3158FD-CD12-403F-B610-3AA1ADC6B766}"/>
              </a:ext>
            </a:extLst>
          </p:cNvPr>
          <p:cNvGrpSpPr/>
          <p:nvPr/>
        </p:nvGrpSpPr>
        <p:grpSpPr>
          <a:xfrm>
            <a:off x="3724156" y="3654214"/>
            <a:ext cx="468764" cy="634129"/>
            <a:chOff x="6761591" y="3577365"/>
            <a:chExt cx="468764" cy="634129"/>
          </a:xfrm>
        </p:grpSpPr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A55FB872-5DF6-4755-9F69-624AE3E41B0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49134" y="3775104"/>
              <a:ext cx="2300" cy="2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99B6E151-14A6-49F8-8E4F-B51C7C877EDA}"/>
                </a:ext>
              </a:extLst>
            </p:cNvPr>
            <p:cNvCxnSpPr/>
            <p:nvPr/>
          </p:nvCxnSpPr>
          <p:spPr bwMode="auto">
            <a:xfrm>
              <a:off x="7009482" y="3794117"/>
              <a:ext cx="220873" cy="11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F821DA00-698C-476E-8E48-C6FD7C5C851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61591" y="3893239"/>
              <a:ext cx="189842" cy="11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F3646848-DBCF-4530-8EC1-BFB286C21EBC}"/>
                </a:ext>
              </a:extLst>
            </p:cNvPr>
            <p:cNvCxnSpPr/>
            <p:nvPr/>
          </p:nvCxnSpPr>
          <p:spPr bwMode="auto">
            <a:xfrm rot="5400000" flipH="1" flipV="1">
              <a:off x="6903729" y="3892089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1D599F8C-1ED1-4FDF-8FFD-73D368F41E61}"/>
                </a:ext>
              </a:extLst>
            </p:cNvPr>
            <p:cNvCxnSpPr/>
            <p:nvPr/>
          </p:nvCxnSpPr>
          <p:spPr bwMode="auto">
            <a:xfrm rot="5400000">
              <a:off x="7112698" y="4101058"/>
              <a:ext cx="218572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5D009E45-3390-427D-98D1-B15D691E09FD}"/>
                </a:ext>
              </a:extLst>
            </p:cNvPr>
            <p:cNvCxnSpPr/>
            <p:nvPr/>
          </p:nvCxnSpPr>
          <p:spPr bwMode="auto">
            <a:xfrm rot="5400000">
              <a:off x="7111547" y="3686652"/>
              <a:ext cx="220874" cy="2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272F4F6C-DE93-4EA5-9FAA-7ED17F45CE0D}"/>
                </a:ext>
              </a:extLst>
            </p:cNvPr>
            <p:cNvCxnSpPr/>
            <p:nvPr/>
          </p:nvCxnSpPr>
          <p:spPr bwMode="auto">
            <a:xfrm>
              <a:off x="7009403" y="3995383"/>
              <a:ext cx="220873" cy="2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Isosceles Triangle 294">
              <a:extLst>
                <a:ext uri="{FF2B5EF4-FFF2-40B4-BE49-F238E27FC236}">
                  <a16:creationId xmlns:a16="http://schemas.microsoft.com/office/drawing/2014/main" id="{29632C32-856C-4736-AD10-7083295A9F09}"/>
                </a:ext>
              </a:extLst>
            </p:cNvPr>
            <p:cNvSpPr/>
            <p:nvPr/>
          </p:nvSpPr>
          <p:spPr bwMode="auto">
            <a:xfrm rot="5574196">
              <a:off x="6831999" y="3856187"/>
              <a:ext cx="66722" cy="78226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>
                <a:defRPr/>
              </a:pPr>
              <a:endParaRPr lang="en-US" dirty="0"/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087C8E26-9EA7-464B-8470-6BBE8F2C047F}"/>
              </a:ext>
            </a:extLst>
          </p:cNvPr>
          <p:cNvGrpSpPr/>
          <p:nvPr/>
        </p:nvGrpSpPr>
        <p:grpSpPr>
          <a:xfrm>
            <a:off x="825016" y="4545782"/>
            <a:ext cx="533400" cy="316121"/>
            <a:chOff x="8243141" y="1054152"/>
            <a:chExt cx="533400" cy="316121"/>
          </a:xfrm>
        </p:grpSpPr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3223069-4E07-428F-9434-9752CA3F3D42}"/>
                </a:ext>
              </a:extLst>
            </p:cNvPr>
            <p:cNvCxnSpPr/>
            <p:nvPr/>
          </p:nvCxnSpPr>
          <p:spPr bwMode="auto">
            <a:xfrm>
              <a:off x="8243141" y="121628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E734F761-4509-4B1C-BFBD-B76321F408C3}"/>
                </a:ext>
              </a:extLst>
            </p:cNvPr>
            <p:cNvCxnSpPr/>
            <p:nvPr/>
          </p:nvCxnSpPr>
          <p:spPr bwMode="auto">
            <a:xfrm rot="5400000" flipH="1" flipV="1">
              <a:off x="8470154" y="1216285"/>
              <a:ext cx="30638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9B181623-EEF0-44B1-82BD-A88A4C7FC90D}"/>
                </a:ext>
              </a:extLst>
            </p:cNvPr>
            <p:cNvCxnSpPr/>
            <p:nvPr/>
          </p:nvCxnSpPr>
          <p:spPr bwMode="auto">
            <a:xfrm>
              <a:off x="8624141" y="121628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Isosceles Triangle 302">
              <a:extLst>
                <a:ext uri="{FF2B5EF4-FFF2-40B4-BE49-F238E27FC236}">
                  <a16:creationId xmlns:a16="http://schemas.microsoft.com/office/drawing/2014/main" id="{8397EF1A-F3FA-4C7C-AB92-8B135C5614B6}"/>
                </a:ext>
              </a:extLst>
            </p:cNvPr>
            <p:cNvSpPr/>
            <p:nvPr/>
          </p:nvSpPr>
          <p:spPr>
            <a:xfrm rot="5400000">
              <a:off x="8348770" y="1099068"/>
              <a:ext cx="313650" cy="223818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C04387B3-CB47-45AB-AEB0-995B7FBA1A4B}"/>
              </a:ext>
            </a:extLst>
          </p:cNvPr>
          <p:cNvGrpSpPr/>
          <p:nvPr/>
        </p:nvGrpSpPr>
        <p:grpSpPr>
          <a:xfrm>
            <a:off x="820770" y="5342410"/>
            <a:ext cx="533400" cy="313650"/>
            <a:chOff x="6599850" y="1042892"/>
            <a:chExt cx="533400" cy="3136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75FE5D27-A417-4604-B12E-6BA75AA85A33}"/>
                </a:ext>
              </a:extLst>
            </p:cNvPr>
            <p:cNvCxnSpPr/>
            <p:nvPr/>
          </p:nvCxnSpPr>
          <p:spPr bwMode="auto">
            <a:xfrm>
              <a:off x="6599850" y="119784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2160C201-38FB-4D86-95FD-EAB115075C58}"/>
                </a:ext>
              </a:extLst>
            </p:cNvPr>
            <p:cNvCxnSpPr/>
            <p:nvPr/>
          </p:nvCxnSpPr>
          <p:spPr bwMode="auto">
            <a:xfrm rot="5400000" flipH="1" flipV="1">
              <a:off x="6826863" y="1197845"/>
              <a:ext cx="306388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4CA85244-146E-4D55-BA66-1CE317F0C4AF}"/>
                </a:ext>
              </a:extLst>
            </p:cNvPr>
            <p:cNvCxnSpPr/>
            <p:nvPr/>
          </p:nvCxnSpPr>
          <p:spPr bwMode="auto">
            <a:xfrm>
              <a:off x="6980850" y="1197845"/>
              <a:ext cx="152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Isosceles Triangle 303">
              <a:extLst>
                <a:ext uri="{FF2B5EF4-FFF2-40B4-BE49-F238E27FC236}">
                  <a16:creationId xmlns:a16="http://schemas.microsoft.com/office/drawing/2014/main" id="{31B39862-996E-4B5A-8096-FF46C3B343B8}"/>
                </a:ext>
              </a:extLst>
            </p:cNvPr>
            <p:cNvSpPr/>
            <p:nvPr/>
          </p:nvSpPr>
          <p:spPr>
            <a:xfrm rot="5400000">
              <a:off x="6705479" y="1087808"/>
              <a:ext cx="313650" cy="223818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DD86A025-A668-4EDC-8F28-F7934FD57242}"/>
              </a:ext>
            </a:extLst>
          </p:cNvPr>
          <p:cNvGrpSpPr/>
          <p:nvPr/>
        </p:nvGrpSpPr>
        <p:grpSpPr>
          <a:xfrm>
            <a:off x="3672916" y="802159"/>
            <a:ext cx="508618" cy="1258862"/>
            <a:chOff x="8115361" y="1862016"/>
            <a:chExt cx="508618" cy="1258862"/>
          </a:xfrm>
        </p:grpSpPr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7DD3A6F8-8C44-4481-AC55-6E28A8ADD127}"/>
                </a:ext>
              </a:extLst>
            </p:cNvPr>
            <p:cNvCxnSpPr/>
            <p:nvPr/>
          </p:nvCxnSpPr>
          <p:spPr bwMode="auto">
            <a:xfrm flipV="1">
              <a:off x="8253232" y="2270885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35B8112-A4E6-430B-AC55-20B1054821AF}"/>
                </a:ext>
              </a:extLst>
            </p:cNvPr>
            <p:cNvCxnSpPr/>
            <p:nvPr/>
          </p:nvCxnSpPr>
          <p:spPr bwMode="auto">
            <a:xfrm>
              <a:off x="8348237" y="2283082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41FCF02-E7D0-451D-AF48-F80698E1A243}"/>
                </a:ext>
              </a:extLst>
            </p:cNvPr>
            <p:cNvCxnSpPr/>
            <p:nvPr/>
          </p:nvCxnSpPr>
          <p:spPr bwMode="auto">
            <a:xfrm>
              <a:off x="8115361" y="2484589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E23C022C-4EAF-4B17-99A5-4B5BBE9A8BDC}"/>
                </a:ext>
              </a:extLst>
            </p:cNvPr>
            <p:cNvCxnSpPr/>
            <p:nvPr/>
          </p:nvCxnSpPr>
          <p:spPr bwMode="auto">
            <a:xfrm flipV="1">
              <a:off x="8350621" y="2272329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4774FDE0-421B-4880-9FE7-24048CD7E506}"/>
                </a:ext>
              </a:extLst>
            </p:cNvPr>
            <p:cNvCxnSpPr/>
            <p:nvPr/>
          </p:nvCxnSpPr>
          <p:spPr bwMode="auto">
            <a:xfrm flipH="1">
              <a:off x="8607393" y="2691842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FF95B6D1-557D-4921-A16C-BBBFB26843A8}"/>
                </a:ext>
              </a:extLst>
            </p:cNvPr>
            <p:cNvCxnSpPr/>
            <p:nvPr/>
          </p:nvCxnSpPr>
          <p:spPr bwMode="auto">
            <a:xfrm flipH="1">
              <a:off x="8618731" y="1862016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8B49300-2E2A-4EF7-BD44-BE00B577F664}"/>
                </a:ext>
              </a:extLst>
            </p:cNvPr>
            <p:cNvCxnSpPr/>
            <p:nvPr/>
          </p:nvCxnSpPr>
          <p:spPr bwMode="auto">
            <a:xfrm>
              <a:off x="8343968" y="2691842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Arrow Connector 314">
              <a:extLst>
                <a:ext uri="{FF2B5EF4-FFF2-40B4-BE49-F238E27FC236}">
                  <a16:creationId xmlns:a16="http://schemas.microsoft.com/office/drawing/2014/main" id="{77895E47-D8D1-48E6-9E7D-784E9F2877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117" y="2282860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1237E670-055B-4398-BC60-C148A473032E}"/>
              </a:ext>
            </a:extLst>
          </p:cNvPr>
          <p:cNvGrpSpPr/>
          <p:nvPr/>
        </p:nvGrpSpPr>
        <p:grpSpPr>
          <a:xfrm>
            <a:off x="724309" y="2323390"/>
            <a:ext cx="411612" cy="962029"/>
            <a:chOff x="6358746" y="2117770"/>
            <a:chExt cx="508618" cy="1258862"/>
          </a:xfrm>
        </p:grpSpPr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184AC2C8-955A-4EAA-9FAC-6BF4F0758116}"/>
                </a:ext>
              </a:extLst>
            </p:cNvPr>
            <p:cNvCxnSpPr/>
            <p:nvPr/>
          </p:nvCxnSpPr>
          <p:spPr bwMode="auto">
            <a:xfrm flipV="1">
              <a:off x="6496617" y="2526639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30B19CA-CC92-4868-9545-B723BC8A5057}"/>
                </a:ext>
              </a:extLst>
            </p:cNvPr>
            <p:cNvCxnSpPr/>
            <p:nvPr/>
          </p:nvCxnSpPr>
          <p:spPr bwMode="auto">
            <a:xfrm>
              <a:off x="6591622" y="2538836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2BA6F889-752B-4D5D-8968-508F257496E9}"/>
                </a:ext>
              </a:extLst>
            </p:cNvPr>
            <p:cNvCxnSpPr/>
            <p:nvPr/>
          </p:nvCxnSpPr>
          <p:spPr bwMode="auto">
            <a:xfrm>
              <a:off x="6358746" y="2740343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0A6050B4-FD20-48B6-82AD-3084CA648588}"/>
                </a:ext>
              </a:extLst>
            </p:cNvPr>
            <p:cNvCxnSpPr/>
            <p:nvPr/>
          </p:nvCxnSpPr>
          <p:spPr bwMode="auto">
            <a:xfrm flipV="1">
              <a:off x="6594006" y="2528083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AAEB475F-72F0-4681-AD8A-6D74E7A349FF}"/>
                </a:ext>
              </a:extLst>
            </p:cNvPr>
            <p:cNvCxnSpPr/>
            <p:nvPr/>
          </p:nvCxnSpPr>
          <p:spPr bwMode="auto">
            <a:xfrm flipH="1">
              <a:off x="6850778" y="2947596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06EB2D90-05A1-4E6F-8CA8-C1B2A538E822}"/>
                </a:ext>
              </a:extLst>
            </p:cNvPr>
            <p:cNvCxnSpPr/>
            <p:nvPr/>
          </p:nvCxnSpPr>
          <p:spPr bwMode="auto">
            <a:xfrm flipH="1">
              <a:off x="6862116" y="2117770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93894B76-814B-419F-9723-3341F04D2BA1}"/>
                </a:ext>
              </a:extLst>
            </p:cNvPr>
            <p:cNvCxnSpPr/>
            <p:nvPr/>
          </p:nvCxnSpPr>
          <p:spPr bwMode="auto">
            <a:xfrm>
              <a:off x="6587353" y="2947596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5A6D9B04-1D71-4A95-82F0-167E0B4287DC}"/>
                </a:ext>
              </a:extLst>
            </p:cNvPr>
            <p:cNvCxnSpPr>
              <a:cxnSpLocks/>
            </p:cNvCxnSpPr>
            <p:nvPr/>
          </p:nvCxnSpPr>
          <p:spPr>
            <a:xfrm>
              <a:off x="6755607" y="2952958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5AE58D4E-2CED-409E-B369-008A173D7BB6}"/>
              </a:ext>
            </a:extLst>
          </p:cNvPr>
          <p:cNvGrpSpPr/>
          <p:nvPr/>
        </p:nvGrpSpPr>
        <p:grpSpPr>
          <a:xfrm>
            <a:off x="2482287" y="2353116"/>
            <a:ext cx="389571" cy="964212"/>
            <a:chOff x="8115361" y="1862016"/>
            <a:chExt cx="508618" cy="1258862"/>
          </a:xfrm>
        </p:grpSpPr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FB59B13B-7B1C-4590-9884-F39794A52AB3}"/>
                </a:ext>
              </a:extLst>
            </p:cNvPr>
            <p:cNvCxnSpPr/>
            <p:nvPr/>
          </p:nvCxnSpPr>
          <p:spPr bwMode="auto">
            <a:xfrm flipV="1">
              <a:off x="8253232" y="2270885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4FEAD4E5-5F58-414C-B4E9-0379358215BD}"/>
                </a:ext>
              </a:extLst>
            </p:cNvPr>
            <p:cNvCxnSpPr/>
            <p:nvPr/>
          </p:nvCxnSpPr>
          <p:spPr bwMode="auto">
            <a:xfrm>
              <a:off x="8348237" y="2283082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6255ACBC-0ACF-460B-B48F-85CA3C8F7A7B}"/>
                </a:ext>
              </a:extLst>
            </p:cNvPr>
            <p:cNvCxnSpPr/>
            <p:nvPr/>
          </p:nvCxnSpPr>
          <p:spPr bwMode="auto">
            <a:xfrm>
              <a:off x="8115361" y="2484589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D05B8A0E-0814-4D80-A433-3B8111F9617D}"/>
                </a:ext>
              </a:extLst>
            </p:cNvPr>
            <p:cNvCxnSpPr/>
            <p:nvPr/>
          </p:nvCxnSpPr>
          <p:spPr bwMode="auto">
            <a:xfrm flipV="1">
              <a:off x="8350621" y="2272329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89CD4F11-3D32-4C35-A0E2-DBA631597091}"/>
                </a:ext>
              </a:extLst>
            </p:cNvPr>
            <p:cNvCxnSpPr/>
            <p:nvPr/>
          </p:nvCxnSpPr>
          <p:spPr bwMode="auto">
            <a:xfrm flipH="1">
              <a:off x="8607393" y="2691842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363C3E1F-827E-40D7-B4A5-EB8789B701CC}"/>
                </a:ext>
              </a:extLst>
            </p:cNvPr>
            <p:cNvCxnSpPr/>
            <p:nvPr/>
          </p:nvCxnSpPr>
          <p:spPr bwMode="auto">
            <a:xfrm flipH="1">
              <a:off x="8618731" y="1862016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E71764D-BF62-466F-BB83-CB29C4FDE552}"/>
                </a:ext>
              </a:extLst>
            </p:cNvPr>
            <p:cNvCxnSpPr/>
            <p:nvPr/>
          </p:nvCxnSpPr>
          <p:spPr bwMode="auto">
            <a:xfrm>
              <a:off x="8343968" y="2691842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Arrow Connector 333">
              <a:extLst>
                <a:ext uri="{FF2B5EF4-FFF2-40B4-BE49-F238E27FC236}">
                  <a16:creationId xmlns:a16="http://schemas.microsoft.com/office/drawing/2014/main" id="{CB4F17EB-0186-43A6-BF78-FFB5FE4D5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117" y="2692442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0C7852DF-6532-4745-B06A-F8842C5DA5BE}"/>
              </a:ext>
            </a:extLst>
          </p:cNvPr>
          <p:cNvGrpSpPr/>
          <p:nvPr/>
        </p:nvGrpSpPr>
        <p:grpSpPr>
          <a:xfrm>
            <a:off x="3791702" y="2382358"/>
            <a:ext cx="400827" cy="992072"/>
            <a:chOff x="8115361" y="1862016"/>
            <a:chExt cx="508618" cy="1258862"/>
          </a:xfrm>
        </p:grpSpPr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35452797-A5F5-4A6C-A214-DBE76F75D425}"/>
                </a:ext>
              </a:extLst>
            </p:cNvPr>
            <p:cNvCxnSpPr/>
            <p:nvPr/>
          </p:nvCxnSpPr>
          <p:spPr bwMode="auto">
            <a:xfrm flipV="1">
              <a:off x="8253232" y="2270885"/>
              <a:ext cx="6147" cy="44781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8270D182-4632-4055-AEEC-DB12392B1EF9}"/>
                </a:ext>
              </a:extLst>
            </p:cNvPr>
            <p:cNvCxnSpPr/>
            <p:nvPr/>
          </p:nvCxnSpPr>
          <p:spPr bwMode="auto">
            <a:xfrm>
              <a:off x="8348237" y="2283082"/>
              <a:ext cx="275742" cy="255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84D986C2-35A5-44B0-A54F-DAF178B5A54A}"/>
                </a:ext>
              </a:extLst>
            </p:cNvPr>
            <p:cNvCxnSpPr/>
            <p:nvPr/>
          </p:nvCxnSpPr>
          <p:spPr bwMode="auto">
            <a:xfrm>
              <a:off x="8115361" y="2484589"/>
              <a:ext cx="137871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5F28EB87-0B96-4518-AA01-BAFC64742B46}"/>
                </a:ext>
              </a:extLst>
            </p:cNvPr>
            <p:cNvCxnSpPr/>
            <p:nvPr/>
          </p:nvCxnSpPr>
          <p:spPr bwMode="auto">
            <a:xfrm flipV="1">
              <a:off x="8350621" y="2272329"/>
              <a:ext cx="2872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C8651D3E-DC43-45B7-948D-05F41B48C3E9}"/>
                </a:ext>
              </a:extLst>
            </p:cNvPr>
            <p:cNvCxnSpPr/>
            <p:nvPr/>
          </p:nvCxnSpPr>
          <p:spPr bwMode="auto">
            <a:xfrm flipH="1">
              <a:off x="8607393" y="2691842"/>
              <a:ext cx="2870" cy="42903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7A9267F5-DA59-4433-BEB3-2BC2E94EF3CC}"/>
                </a:ext>
              </a:extLst>
            </p:cNvPr>
            <p:cNvCxnSpPr/>
            <p:nvPr/>
          </p:nvCxnSpPr>
          <p:spPr bwMode="auto">
            <a:xfrm flipH="1">
              <a:off x="8618731" y="1862016"/>
              <a:ext cx="2870" cy="4335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F74F747A-278E-4E6C-B87B-720E9320B9BA}"/>
                </a:ext>
              </a:extLst>
            </p:cNvPr>
            <p:cNvCxnSpPr/>
            <p:nvPr/>
          </p:nvCxnSpPr>
          <p:spPr bwMode="auto">
            <a:xfrm>
              <a:off x="8343968" y="2691842"/>
              <a:ext cx="275742" cy="451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>
              <a:extLst>
                <a:ext uri="{FF2B5EF4-FFF2-40B4-BE49-F238E27FC236}">
                  <a16:creationId xmlns:a16="http://schemas.microsoft.com/office/drawing/2014/main" id="{B5767E65-0D24-463A-8097-E9BE3ED0C7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117" y="2282860"/>
              <a:ext cx="85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D123B75-B608-5F63-0533-F855369AFD5E}"/>
              </a:ext>
            </a:extLst>
          </p:cNvPr>
          <p:cNvGrpSpPr/>
          <p:nvPr/>
        </p:nvGrpSpPr>
        <p:grpSpPr>
          <a:xfrm>
            <a:off x="4935925" y="2180867"/>
            <a:ext cx="330289" cy="969172"/>
            <a:chOff x="5583625" y="2203727"/>
            <a:chExt cx="330289" cy="969172"/>
          </a:xfrm>
        </p:grpSpPr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2150482-A984-4131-87B4-17AF7637382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691337" y="2534600"/>
              <a:ext cx="222120" cy="8350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05116750-7A42-4E06-ADC7-0FFCBBF469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83625" y="2681317"/>
              <a:ext cx="111576" cy="345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25261797-0C6E-41B2-83AD-C0311CD08FD1}"/>
                </a:ext>
              </a:extLst>
            </p:cNvPr>
            <p:cNvCxnSpPr/>
            <p:nvPr/>
          </p:nvCxnSpPr>
          <p:spPr bwMode="auto">
            <a:xfrm flipV="1">
              <a:off x="5692235" y="2524433"/>
              <a:ext cx="2324" cy="32787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1B1F6176-22EE-411C-BB05-0FE14C6DA6B0}"/>
                </a:ext>
              </a:extLst>
            </p:cNvPr>
            <p:cNvCxnSpPr/>
            <p:nvPr/>
          </p:nvCxnSpPr>
          <p:spPr bwMode="auto">
            <a:xfrm flipH="1">
              <a:off x="5902171" y="2845027"/>
              <a:ext cx="2811" cy="32787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6BCC05AD-2C5B-4084-B8AF-97FE47610B54}"/>
                </a:ext>
              </a:extLst>
            </p:cNvPr>
            <p:cNvCxnSpPr/>
            <p:nvPr/>
          </p:nvCxnSpPr>
          <p:spPr bwMode="auto">
            <a:xfrm flipH="1">
              <a:off x="5911591" y="2203727"/>
              <a:ext cx="2323" cy="331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264FC78A-E9A2-4E5A-B0D0-172EEC0DE32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94340" y="2760680"/>
              <a:ext cx="215662" cy="878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Arrow Connector 357">
              <a:extLst>
                <a:ext uri="{FF2B5EF4-FFF2-40B4-BE49-F238E27FC236}">
                  <a16:creationId xmlns:a16="http://schemas.microsoft.com/office/drawing/2014/main" id="{53AB0FFA-EE2B-4FD6-AF85-06F7712472FA}"/>
                </a:ext>
              </a:extLst>
            </p:cNvPr>
            <p:cNvCxnSpPr>
              <a:cxnSpLocks/>
            </p:cNvCxnSpPr>
            <p:nvPr/>
          </p:nvCxnSpPr>
          <p:spPr>
            <a:xfrm>
              <a:off x="5846439" y="2820540"/>
              <a:ext cx="48557" cy="21312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66FDEBAD-1F56-420F-9EC2-06A1E718A54E}"/>
              </a:ext>
            </a:extLst>
          </p:cNvPr>
          <p:cNvGrpSpPr/>
          <p:nvPr/>
        </p:nvGrpSpPr>
        <p:grpSpPr>
          <a:xfrm>
            <a:off x="4893185" y="4676922"/>
            <a:ext cx="329832" cy="962029"/>
            <a:chOff x="8263071" y="5571272"/>
            <a:chExt cx="329832" cy="962029"/>
          </a:xfrm>
        </p:grpSpPr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05ADF567-83AA-4C5C-879D-3DFBC77665F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66713" y="5895002"/>
              <a:ext cx="226190" cy="878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27FB180D-39F6-4C95-8A9F-3E8E5705C4D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63071" y="6041719"/>
              <a:ext cx="111576" cy="34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E7CD9C7A-3E2F-4864-A090-F5E2A36E2B0E}"/>
                </a:ext>
              </a:extLst>
            </p:cNvPr>
            <p:cNvCxnSpPr/>
            <p:nvPr/>
          </p:nvCxnSpPr>
          <p:spPr bwMode="auto">
            <a:xfrm flipV="1">
              <a:off x="8371681" y="5884835"/>
              <a:ext cx="2324" cy="32787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A1851356-77B0-4BBD-98B1-753023D723E7}"/>
                </a:ext>
              </a:extLst>
            </p:cNvPr>
            <p:cNvCxnSpPr/>
            <p:nvPr/>
          </p:nvCxnSpPr>
          <p:spPr bwMode="auto">
            <a:xfrm flipH="1">
              <a:off x="8579480" y="6205429"/>
              <a:ext cx="2323" cy="32787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1C314171-DE9C-461D-86B0-EF6EBD4EF7C9}"/>
                </a:ext>
              </a:extLst>
            </p:cNvPr>
            <p:cNvCxnSpPr/>
            <p:nvPr/>
          </p:nvCxnSpPr>
          <p:spPr bwMode="auto">
            <a:xfrm flipH="1">
              <a:off x="8588656" y="5571272"/>
              <a:ext cx="2323" cy="33132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31EB5211-5AED-4C12-B57F-F5FD375501E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80658" y="6122480"/>
              <a:ext cx="208790" cy="8640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Arrow Connector 375">
              <a:extLst>
                <a:ext uri="{FF2B5EF4-FFF2-40B4-BE49-F238E27FC236}">
                  <a16:creationId xmlns:a16="http://schemas.microsoft.com/office/drawing/2014/main" id="{360B3AC3-BC2A-4C30-B132-BCECA275BB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6701" y="6133455"/>
              <a:ext cx="102834" cy="506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1EB96CE8-E4E8-49A5-A597-7F9576429A81}"/>
              </a:ext>
            </a:extLst>
          </p:cNvPr>
          <p:cNvGrpSpPr/>
          <p:nvPr/>
        </p:nvGrpSpPr>
        <p:grpSpPr>
          <a:xfrm>
            <a:off x="4920770" y="3432121"/>
            <a:ext cx="329832" cy="962029"/>
            <a:chOff x="9593613" y="5456156"/>
            <a:chExt cx="329832" cy="962029"/>
          </a:xfrm>
        </p:grpSpPr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91E65D7E-11C7-4DBA-AAB9-D46C79DD35E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697255" y="5779886"/>
              <a:ext cx="226190" cy="878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4E60513D-8D4E-46EE-880F-0E0D96BA74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3613" y="5926603"/>
              <a:ext cx="111576" cy="34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1EEBC35C-7FE6-4624-9A23-AE8EBDB2B2C6}"/>
                </a:ext>
              </a:extLst>
            </p:cNvPr>
            <p:cNvCxnSpPr/>
            <p:nvPr/>
          </p:nvCxnSpPr>
          <p:spPr bwMode="auto">
            <a:xfrm flipV="1">
              <a:off x="9702223" y="5769719"/>
              <a:ext cx="2324" cy="32787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C4BC9A15-19AC-42F2-BE0D-76F4070DB0FE}"/>
                </a:ext>
              </a:extLst>
            </p:cNvPr>
            <p:cNvCxnSpPr/>
            <p:nvPr/>
          </p:nvCxnSpPr>
          <p:spPr bwMode="auto">
            <a:xfrm flipH="1">
              <a:off x="9910022" y="6090313"/>
              <a:ext cx="2323" cy="32787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E3C855D2-83CD-4DEA-805B-7C916B5B5DBA}"/>
                </a:ext>
              </a:extLst>
            </p:cNvPr>
            <p:cNvCxnSpPr/>
            <p:nvPr/>
          </p:nvCxnSpPr>
          <p:spPr bwMode="auto">
            <a:xfrm flipH="1">
              <a:off x="9919198" y="5456156"/>
              <a:ext cx="2323" cy="33132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5D9B74A1-DF75-4280-83D5-BDF276AAC0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711200" y="6007364"/>
              <a:ext cx="208790" cy="8640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6239E5B5-F60D-45B5-9219-92457279D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3505" y="5810742"/>
              <a:ext cx="69123" cy="273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Group 114">
            <a:extLst>
              <a:ext uri="{FF2B5EF4-FFF2-40B4-BE49-F238E27FC236}">
                <a16:creationId xmlns:a16="http://schemas.microsoft.com/office/drawing/2014/main" id="{E121F9BF-E753-4690-9BD3-9F8BF2908F31}"/>
              </a:ext>
            </a:extLst>
          </p:cNvPr>
          <p:cNvGrpSpPr>
            <a:grpSpLocks/>
          </p:cNvGrpSpPr>
          <p:nvPr/>
        </p:nvGrpSpPr>
        <p:grpSpPr bwMode="auto">
          <a:xfrm>
            <a:off x="910093" y="6540418"/>
            <a:ext cx="382587" cy="153988"/>
            <a:chOff x="3886200" y="1752600"/>
            <a:chExt cx="381794" cy="153194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8729BFC0-767C-4F50-AC46-C7C04C45D527}"/>
                </a:ext>
              </a:extLst>
            </p:cNvPr>
            <p:cNvCxnSpPr/>
            <p:nvPr/>
          </p:nvCxnSpPr>
          <p:spPr>
            <a:xfrm rot="5400000" flipH="1" flipV="1">
              <a:off x="4038402" y="1828290"/>
              <a:ext cx="75807" cy="760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89AE73B-BC74-4B1D-9F57-3E036F3AC365}"/>
                </a:ext>
              </a:extLst>
            </p:cNvPr>
            <p:cNvCxnSpPr/>
            <p:nvPr/>
          </p:nvCxnSpPr>
          <p:spPr>
            <a:xfrm rot="16200000" flipH="1">
              <a:off x="4038402" y="1752483"/>
              <a:ext cx="75807" cy="760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E35877C8-666E-40F6-89BE-F8E9D45B3C0C}"/>
                </a:ext>
              </a:extLst>
            </p:cNvPr>
            <p:cNvCxnSpPr/>
            <p:nvPr/>
          </p:nvCxnSpPr>
          <p:spPr>
            <a:xfrm>
              <a:off x="3886200" y="1828407"/>
              <a:ext cx="152084" cy="15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5F743B58-1AF5-4FD8-8FC4-5C8BCFEC8359}"/>
                </a:ext>
              </a:extLst>
            </p:cNvPr>
            <p:cNvCxnSpPr/>
            <p:nvPr/>
          </p:nvCxnSpPr>
          <p:spPr>
            <a:xfrm rot="5400000" flipH="1" flipV="1">
              <a:off x="3964059" y="1828405"/>
              <a:ext cx="150034" cy="15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619A706A-49A7-459D-9F90-18339D5F2B6B}"/>
                </a:ext>
              </a:extLst>
            </p:cNvPr>
            <p:cNvCxnSpPr/>
            <p:nvPr/>
          </p:nvCxnSpPr>
          <p:spPr>
            <a:xfrm rot="5400000" flipH="1" flipV="1">
              <a:off x="4038522" y="1828405"/>
              <a:ext cx="153194" cy="15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87B69343-FDCF-428A-BFA4-4952A23F2907}"/>
                </a:ext>
              </a:extLst>
            </p:cNvPr>
            <p:cNvCxnSpPr/>
            <p:nvPr/>
          </p:nvCxnSpPr>
          <p:spPr>
            <a:xfrm>
              <a:off x="4115910" y="1828407"/>
              <a:ext cx="152084" cy="15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412">
            <a:extLst>
              <a:ext uri="{FF2B5EF4-FFF2-40B4-BE49-F238E27FC236}">
                <a16:creationId xmlns:a16="http://schemas.microsoft.com/office/drawing/2014/main" id="{021D070F-DCFB-4DF1-8F16-57220770757C}"/>
              </a:ext>
            </a:extLst>
          </p:cNvPr>
          <p:cNvGrpSpPr>
            <a:grpSpLocks/>
          </p:cNvGrpSpPr>
          <p:nvPr/>
        </p:nvGrpSpPr>
        <p:grpSpPr bwMode="auto">
          <a:xfrm>
            <a:off x="981530" y="6079236"/>
            <a:ext cx="228600" cy="153987"/>
            <a:chOff x="4114800" y="1905000"/>
            <a:chExt cx="228600" cy="153194"/>
          </a:xfrm>
        </p:grpSpPr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DFD45969-1F60-4D83-932C-6EE68CBAD009}"/>
                </a:ext>
              </a:extLst>
            </p:cNvPr>
            <p:cNvCxnSpPr/>
            <p:nvPr/>
          </p:nvCxnSpPr>
          <p:spPr>
            <a:xfrm rot="5400000" flipH="1" flipV="1">
              <a:off x="4191196" y="1980611"/>
              <a:ext cx="75808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5042A0F6-8DBA-4508-B81A-473915D7BD5B}"/>
                </a:ext>
              </a:extLst>
            </p:cNvPr>
            <p:cNvCxnSpPr/>
            <p:nvPr/>
          </p:nvCxnSpPr>
          <p:spPr>
            <a:xfrm rot="16200000" flipH="1">
              <a:off x="4191196" y="1904804"/>
              <a:ext cx="75808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47A0C009-82DF-4979-BF46-7CE90D790EEC}"/>
                </a:ext>
              </a:extLst>
            </p:cNvPr>
            <p:cNvCxnSpPr/>
            <p:nvPr/>
          </p:nvCxnSpPr>
          <p:spPr>
            <a:xfrm>
              <a:off x="4114800" y="1980808"/>
              <a:ext cx="76200" cy="15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84B4D069-4288-4D04-90AC-DD5053AE2A68}"/>
                </a:ext>
              </a:extLst>
            </p:cNvPr>
            <p:cNvCxnSpPr/>
            <p:nvPr/>
          </p:nvCxnSpPr>
          <p:spPr>
            <a:xfrm rot="5400000" flipH="1" flipV="1">
              <a:off x="4116775" y="1980803"/>
              <a:ext cx="15003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CBEE0AC2-BACF-434B-9002-90718B74B1F1}"/>
                </a:ext>
              </a:extLst>
            </p:cNvPr>
            <p:cNvCxnSpPr/>
            <p:nvPr/>
          </p:nvCxnSpPr>
          <p:spPr>
            <a:xfrm rot="5400000" flipH="1" flipV="1">
              <a:off x="4191397" y="1980803"/>
              <a:ext cx="153194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8D7BE00A-D606-44CB-B799-8F6522D9058D}"/>
                </a:ext>
              </a:extLst>
            </p:cNvPr>
            <p:cNvCxnSpPr/>
            <p:nvPr/>
          </p:nvCxnSpPr>
          <p:spPr>
            <a:xfrm>
              <a:off x="4268788" y="1980808"/>
              <a:ext cx="74612" cy="15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3ABC81-399D-AEFE-3E67-A39D3C6D2517}"/>
              </a:ext>
            </a:extLst>
          </p:cNvPr>
          <p:cNvGrpSpPr/>
          <p:nvPr/>
        </p:nvGrpSpPr>
        <p:grpSpPr>
          <a:xfrm>
            <a:off x="4935925" y="901719"/>
            <a:ext cx="330289" cy="969172"/>
            <a:chOff x="5583625" y="2203727"/>
            <a:chExt cx="330289" cy="96917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DFE669-768D-B6D8-671E-F5ED0E98F74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691337" y="2534600"/>
              <a:ext cx="222120" cy="835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44B9FDC-32DA-D918-47A5-FD302775E5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83625" y="2681317"/>
              <a:ext cx="111576" cy="34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BA7F2A4-9C65-9604-16FE-B69A4136B925}"/>
                </a:ext>
              </a:extLst>
            </p:cNvPr>
            <p:cNvCxnSpPr/>
            <p:nvPr/>
          </p:nvCxnSpPr>
          <p:spPr bwMode="auto">
            <a:xfrm flipV="1">
              <a:off x="5692235" y="2524433"/>
              <a:ext cx="2324" cy="3278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80E2F5-441C-4DDC-CC05-27D7E987BB35}"/>
                </a:ext>
              </a:extLst>
            </p:cNvPr>
            <p:cNvCxnSpPr/>
            <p:nvPr/>
          </p:nvCxnSpPr>
          <p:spPr bwMode="auto">
            <a:xfrm flipH="1">
              <a:off x="5902171" y="2845027"/>
              <a:ext cx="2811" cy="3278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0431D7-5091-743C-DEF6-9ED6EE2D2A1E}"/>
                </a:ext>
              </a:extLst>
            </p:cNvPr>
            <p:cNvCxnSpPr/>
            <p:nvPr/>
          </p:nvCxnSpPr>
          <p:spPr bwMode="auto">
            <a:xfrm flipH="1">
              <a:off x="5911591" y="2203727"/>
              <a:ext cx="2323" cy="3313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14DFAB-51A0-B1E4-DABC-AFDB2560A7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94340" y="2760680"/>
              <a:ext cx="215662" cy="878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D3D4DD8-0A19-B3E1-C1C6-B12C66F1BEA4}"/>
                </a:ext>
              </a:extLst>
            </p:cNvPr>
            <p:cNvCxnSpPr>
              <a:cxnSpLocks/>
            </p:cNvCxnSpPr>
            <p:nvPr/>
          </p:nvCxnSpPr>
          <p:spPr>
            <a:xfrm>
              <a:off x="5846439" y="2820540"/>
              <a:ext cx="48557" cy="2131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254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>
            <a:extLst>
              <a:ext uri="{FF2B5EF4-FFF2-40B4-BE49-F238E27FC236}">
                <a16:creationId xmlns:a16="http://schemas.microsoft.com/office/drawing/2014/main" id="{C6A9BF9F-BDB3-4969-9BE0-D82AF22FD943}"/>
              </a:ext>
            </a:extLst>
          </p:cNvPr>
          <p:cNvGrpSpPr/>
          <p:nvPr/>
        </p:nvGrpSpPr>
        <p:grpSpPr>
          <a:xfrm>
            <a:off x="1001668" y="471152"/>
            <a:ext cx="812337" cy="230187"/>
            <a:chOff x="2133253" y="2233844"/>
            <a:chExt cx="812337" cy="230187"/>
          </a:xfrm>
        </p:grpSpPr>
        <p:sp>
          <p:nvSpPr>
            <p:cNvPr id="452" name="Line 30">
              <a:extLst>
                <a:ext uri="{FF2B5EF4-FFF2-40B4-BE49-F238E27FC236}">
                  <a16:creationId xmlns:a16="http://schemas.microsoft.com/office/drawing/2014/main" id="{94CB1CB3-3D07-4715-9277-521A51C81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3" name="Line 31">
              <a:extLst>
                <a:ext uri="{FF2B5EF4-FFF2-40B4-BE49-F238E27FC236}">
                  <a16:creationId xmlns:a16="http://schemas.microsoft.com/office/drawing/2014/main" id="{79A2FC7E-C77C-4BA3-B3E2-32AFF00F7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4" name="Line 32">
              <a:extLst>
                <a:ext uri="{FF2B5EF4-FFF2-40B4-BE49-F238E27FC236}">
                  <a16:creationId xmlns:a16="http://schemas.microsoft.com/office/drawing/2014/main" id="{6267C9AB-722F-47B0-8A1F-2A294B709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5" name="Line 33">
              <a:extLst>
                <a:ext uri="{FF2B5EF4-FFF2-40B4-BE49-F238E27FC236}">
                  <a16:creationId xmlns:a16="http://schemas.microsoft.com/office/drawing/2014/main" id="{A0CDC4F8-C916-4A51-82BF-C41373EB60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6" name="Line 34">
              <a:extLst>
                <a:ext uri="{FF2B5EF4-FFF2-40B4-BE49-F238E27FC236}">
                  <a16:creationId xmlns:a16="http://schemas.microsoft.com/office/drawing/2014/main" id="{6FFEF117-EC91-47F5-B77B-03F594E30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7" name="Line 35">
              <a:extLst>
                <a:ext uri="{FF2B5EF4-FFF2-40B4-BE49-F238E27FC236}">
                  <a16:creationId xmlns:a16="http://schemas.microsoft.com/office/drawing/2014/main" id="{6286FC46-CFA2-479E-898E-23C457DD57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8" name="Line 36">
              <a:extLst>
                <a:ext uri="{FF2B5EF4-FFF2-40B4-BE49-F238E27FC236}">
                  <a16:creationId xmlns:a16="http://schemas.microsoft.com/office/drawing/2014/main" id="{9EEBF0C1-1788-4364-A988-5935F0F86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9" name="Line 39">
              <a:extLst>
                <a:ext uri="{FF2B5EF4-FFF2-40B4-BE49-F238E27FC236}">
                  <a16:creationId xmlns:a16="http://schemas.microsoft.com/office/drawing/2014/main" id="{E29EBC13-C2E1-43A8-8814-7A7C70E70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" name="Line 30">
              <a:extLst>
                <a:ext uri="{FF2B5EF4-FFF2-40B4-BE49-F238E27FC236}">
                  <a16:creationId xmlns:a16="http://schemas.microsoft.com/office/drawing/2014/main" id="{84B726F6-021A-4D7F-8909-9F44755A8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540" y="2357735"/>
              <a:ext cx="170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1" name="Group 65">
            <a:extLst>
              <a:ext uri="{FF2B5EF4-FFF2-40B4-BE49-F238E27FC236}">
                <a16:creationId xmlns:a16="http://schemas.microsoft.com/office/drawing/2014/main" id="{7649189A-CD6A-4F2A-915D-138962B99D6B}"/>
              </a:ext>
            </a:extLst>
          </p:cNvPr>
          <p:cNvGrpSpPr>
            <a:grpSpLocks/>
          </p:cNvGrpSpPr>
          <p:nvPr/>
        </p:nvGrpSpPr>
        <p:grpSpPr bwMode="auto">
          <a:xfrm>
            <a:off x="1805573" y="493169"/>
            <a:ext cx="792667" cy="221663"/>
            <a:chOff x="2825298" y="533400"/>
            <a:chExt cx="981753" cy="304800"/>
          </a:xfrm>
        </p:grpSpPr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06DE85A6-EABD-4C0D-9170-BDD16F052FE1}"/>
                </a:ext>
              </a:extLst>
            </p:cNvPr>
            <p:cNvCxnSpPr/>
            <p:nvPr/>
          </p:nvCxnSpPr>
          <p:spPr>
            <a:xfrm>
              <a:off x="2825298" y="672705"/>
              <a:ext cx="152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ACF365D4-C4CE-4633-9229-01D16C543D8C}"/>
                </a:ext>
              </a:extLst>
            </p:cNvPr>
            <p:cNvCxnSpPr/>
            <p:nvPr/>
          </p:nvCxnSpPr>
          <p:spPr>
            <a:xfrm>
              <a:off x="3654651" y="675979"/>
              <a:ext cx="152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4" name="Group 55">
              <a:extLst>
                <a:ext uri="{FF2B5EF4-FFF2-40B4-BE49-F238E27FC236}">
                  <a16:creationId xmlns:a16="http://schemas.microsoft.com/office/drawing/2014/main" id="{91979D77-C0E7-4122-9701-06BD614F3D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800" y="533400"/>
              <a:ext cx="228600" cy="304800"/>
              <a:chOff x="2971800" y="533400"/>
              <a:chExt cx="228600" cy="304800"/>
            </a:xfrm>
          </p:grpSpPr>
          <p:sp>
            <p:nvSpPr>
              <p:cNvPr id="471" name="Arc 470">
                <a:extLst>
                  <a:ext uri="{FF2B5EF4-FFF2-40B4-BE49-F238E27FC236}">
                    <a16:creationId xmlns:a16="http://schemas.microsoft.com/office/drawing/2014/main" id="{881A9DCB-C848-4C41-8CFB-7E0109CA609E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72" name="Arc 471">
                <a:extLst>
                  <a:ext uri="{FF2B5EF4-FFF2-40B4-BE49-F238E27FC236}">
                    <a16:creationId xmlns:a16="http://schemas.microsoft.com/office/drawing/2014/main" id="{6A57382C-AF8A-4F7F-9531-65C2CF783182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65" name="Group 56">
              <a:extLst>
                <a:ext uri="{FF2B5EF4-FFF2-40B4-BE49-F238E27FC236}">
                  <a16:creationId xmlns:a16="http://schemas.microsoft.com/office/drawing/2014/main" id="{F2B9FE76-381C-4964-9B2E-25471BDA50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533400"/>
              <a:ext cx="228600" cy="304800"/>
              <a:chOff x="2971800" y="533400"/>
              <a:chExt cx="228600" cy="304800"/>
            </a:xfrm>
          </p:grpSpPr>
          <p:sp>
            <p:nvSpPr>
              <p:cNvPr id="469" name="Arc 468">
                <a:extLst>
                  <a:ext uri="{FF2B5EF4-FFF2-40B4-BE49-F238E27FC236}">
                    <a16:creationId xmlns:a16="http://schemas.microsoft.com/office/drawing/2014/main" id="{582A8F71-B96D-4BDD-AE2B-688B91C10372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70" name="Arc 469">
                <a:extLst>
                  <a:ext uri="{FF2B5EF4-FFF2-40B4-BE49-F238E27FC236}">
                    <a16:creationId xmlns:a16="http://schemas.microsoft.com/office/drawing/2014/main" id="{5529E17B-00AB-4CC6-8D37-4951D460A951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466" name="Group 59">
              <a:extLst>
                <a:ext uri="{FF2B5EF4-FFF2-40B4-BE49-F238E27FC236}">
                  <a16:creationId xmlns:a16="http://schemas.microsoft.com/office/drawing/2014/main" id="{66EC5374-692E-4ACE-B7B5-6CC4C444B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533400"/>
              <a:ext cx="228600" cy="304800"/>
              <a:chOff x="2971800" y="533400"/>
              <a:chExt cx="228600" cy="304800"/>
            </a:xfrm>
          </p:grpSpPr>
          <p:sp>
            <p:nvSpPr>
              <p:cNvPr id="467" name="Arc 466">
                <a:extLst>
                  <a:ext uri="{FF2B5EF4-FFF2-40B4-BE49-F238E27FC236}">
                    <a16:creationId xmlns:a16="http://schemas.microsoft.com/office/drawing/2014/main" id="{D668E800-4800-47C9-B9F7-75D96CA19E85}"/>
                  </a:ext>
                </a:extLst>
              </p:cNvPr>
              <p:cNvSpPr/>
              <p:nvPr/>
            </p:nvSpPr>
            <p:spPr>
              <a:xfrm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68" name="Arc 467">
                <a:extLst>
                  <a:ext uri="{FF2B5EF4-FFF2-40B4-BE49-F238E27FC236}">
                    <a16:creationId xmlns:a16="http://schemas.microsoft.com/office/drawing/2014/main" id="{E8372BA7-3EB6-4A00-B2A7-C553A7354E01}"/>
                  </a:ext>
                </a:extLst>
              </p:cNvPr>
              <p:cNvSpPr/>
              <p:nvPr/>
            </p:nvSpPr>
            <p:spPr>
              <a:xfrm flipH="1">
                <a:off x="2971800" y="533400"/>
                <a:ext cx="228600" cy="3048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473" name="Group 125">
            <a:extLst>
              <a:ext uri="{FF2B5EF4-FFF2-40B4-BE49-F238E27FC236}">
                <a16:creationId xmlns:a16="http://schemas.microsoft.com/office/drawing/2014/main" id="{4488CF58-1FE9-430F-BFB5-6DB8E45D31FB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365145" y="959922"/>
            <a:ext cx="1012740" cy="277091"/>
            <a:chOff x="3723940" y="1219994"/>
            <a:chExt cx="1002386" cy="304800"/>
          </a:xfrm>
        </p:grpSpPr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878549DA-6B94-4E2B-B0D3-FD31BA6E2A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57470" y="1138864"/>
              <a:ext cx="0" cy="4670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4A9E771F-B834-4830-9F92-F712F9E52ABE}"/>
                </a:ext>
              </a:extLst>
            </p:cNvPr>
            <p:cNvCxnSpPr/>
            <p:nvPr/>
          </p:nvCxnSpPr>
          <p:spPr>
            <a:xfrm rot="5400000" flipH="1" flipV="1">
              <a:off x="4038601" y="1370806"/>
              <a:ext cx="304800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4494ADD0-E99A-4F75-AE8A-78BE469438DE}"/>
                </a:ext>
              </a:extLst>
            </p:cNvPr>
            <p:cNvCxnSpPr/>
            <p:nvPr/>
          </p:nvCxnSpPr>
          <p:spPr>
            <a:xfrm rot="5400000" flipH="1" flipV="1">
              <a:off x="4114801" y="1370806"/>
              <a:ext cx="304800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F1F12A02-DF61-458D-8DAA-0DE9682452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93122" y="1137601"/>
              <a:ext cx="7283" cy="4591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F8BDB328-AACF-4AC9-A3A5-CF9A70BCFFAF}"/>
              </a:ext>
            </a:extLst>
          </p:cNvPr>
          <p:cNvGrpSpPr/>
          <p:nvPr/>
        </p:nvGrpSpPr>
        <p:grpSpPr>
          <a:xfrm>
            <a:off x="648100" y="592099"/>
            <a:ext cx="471305" cy="1029828"/>
            <a:chOff x="1833709" y="3603274"/>
            <a:chExt cx="318074" cy="695009"/>
          </a:xfrm>
        </p:grpSpPr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53BA388C-A3E6-41D7-92FC-2981407AA2A7}"/>
                </a:ext>
              </a:extLst>
            </p:cNvPr>
            <p:cNvGrpSpPr/>
            <p:nvPr/>
          </p:nvGrpSpPr>
          <p:grpSpPr>
            <a:xfrm>
              <a:off x="1833709" y="3603274"/>
              <a:ext cx="307580" cy="695009"/>
              <a:chOff x="1833709" y="3603274"/>
              <a:chExt cx="307580" cy="695009"/>
            </a:xfrm>
          </p:grpSpPr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F8D021B6-75A2-41EC-9813-2E492A5A14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83949" y="4090085"/>
                <a:ext cx="3550" cy="2081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7961B588-C9C3-4F20-BE79-DDAEB50DD0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9607" y="3603274"/>
                <a:ext cx="6666" cy="178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4" name="Oval 483">
                <a:extLst>
                  <a:ext uri="{FF2B5EF4-FFF2-40B4-BE49-F238E27FC236}">
                    <a16:creationId xmlns:a16="http://schemas.microsoft.com/office/drawing/2014/main" id="{7F01672C-0357-44F8-A6B3-80DD5D308A82}"/>
                  </a:ext>
                </a:extLst>
              </p:cNvPr>
              <p:cNvSpPr/>
              <p:nvPr/>
            </p:nvSpPr>
            <p:spPr>
              <a:xfrm>
                <a:off x="1833709" y="3785567"/>
                <a:ext cx="307580" cy="30345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CA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5C4A2CA0-B3B5-4566-A49F-3B4C49EFE088}"/>
                </a:ext>
              </a:extLst>
            </p:cNvPr>
            <p:cNvSpPr txBox="1"/>
            <p:nvPr/>
          </p:nvSpPr>
          <p:spPr>
            <a:xfrm>
              <a:off x="1880776" y="3747157"/>
              <a:ext cx="271007" cy="22848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endParaRPr lang="en-CA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3F508E09-0A0E-4EF9-B1DA-09812B0429F4}"/>
                </a:ext>
              </a:extLst>
            </p:cNvPr>
            <p:cNvSpPr txBox="1"/>
            <p:nvPr/>
          </p:nvSpPr>
          <p:spPr>
            <a:xfrm>
              <a:off x="1845446" y="3926929"/>
              <a:ext cx="283367" cy="22848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endParaRPr lang="en-CA" sz="1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0B256227-2482-483E-B288-12CB6BDCB6D1}"/>
              </a:ext>
            </a:extLst>
          </p:cNvPr>
          <p:cNvCxnSpPr>
            <a:cxnSpLocks/>
          </p:cNvCxnSpPr>
          <p:nvPr/>
        </p:nvCxnSpPr>
        <p:spPr>
          <a:xfrm>
            <a:off x="2594146" y="595794"/>
            <a:ext cx="2854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7" name="Group 208">
            <a:extLst>
              <a:ext uri="{FF2B5EF4-FFF2-40B4-BE49-F238E27FC236}">
                <a16:creationId xmlns:a16="http://schemas.microsoft.com/office/drawing/2014/main" id="{51059DF6-85BB-4594-9DF0-CC26A71D68C2}"/>
              </a:ext>
            </a:extLst>
          </p:cNvPr>
          <p:cNvGrpSpPr>
            <a:grpSpLocks/>
          </p:cNvGrpSpPr>
          <p:nvPr/>
        </p:nvGrpSpPr>
        <p:grpSpPr bwMode="auto">
          <a:xfrm>
            <a:off x="1698102" y="1598240"/>
            <a:ext cx="372156" cy="207535"/>
            <a:chOff x="304800" y="1518533"/>
            <a:chExt cx="457200" cy="311855"/>
          </a:xfrm>
        </p:grpSpPr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6B36B8DE-BBD9-4D9F-98AE-6AF50CBD37E7}"/>
                </a:ext>
              </a:extLst>
            </p:cNvPr>
            <p:cNvCxnSpPr/>
            <p:nvPr/>
          </p:nvCxnSpPr>
          <p:spPr>
            <a:xfrm>
              <a:off x="304800" y="1676931"/>
              <a:ext cx="4572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C876A68D-3C99-44E6-9AF0-6C32965E4609}"/>
                </a:ext>
              </a:extLst>
            </p:cNvPr>
            <p:cNvCxnSpPr/>
            <p:nvPr/>
          </p:nvCxnSpPr>
          <p:spPr>
            <a:xfrm>
              <a:off x="457200" y="1828806"/>
              <a:ext cx="153988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4E1239C3-557F-40DD-948B-2CDEFDB32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813" y="1518533"/>
              <a:ext cx="0" cy="158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08E307CA-412D-4F59-969E-9152046DA4E3}"/>
                </a:ext>
              </a:extLst>
            </p:cNvPr>
            <p:cNvCxnSpPr/>
            <p:nvPr/>
          </p:nvCxnSpPr>
          <p:spPr>
            <a:xfrm>
              <a:off x="381000" y="1752869"/>
              <a:ext cx="3048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8F953AB5-CBB3-49C3-8DBA-17089810ECF4}"/>
              </a:ext>
            </a:extLst>
          </p:cNvPr>
          <p:cNvCxnSpPr>
            <a:cxnSpLocks/>
          </p:cNvCxnSpPr>
          <p:nvPr/>
        </p:nvCxnSpPr>
        <p:spPr>
          <a:xfrm flipH="1">
            <a:off x="873777" y="1596947"/>
            <a:ext cx="2005803" cy="171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1AF9545C-DF42-4AC8-8DF2-EF6E9FDE1E52}"/>
              </a:ext>
            </a:extLst>
          </p:cNvPr>
          <p:cNvCxnSpPr>
            <a:cxnSpLocks/>
          </p:cNvCxnSpPr>
          <p:nvPr/>
        </p:nvCxnSpPr>
        <p:spPr>
          <a:xfrm flipH="1">
            <a:off x="857210" y="592662"/>
            <a:ext cx="1825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3D417E2A-2E7F-4FEA-A089-EDE4A43493C9}"/>
              </a:ext>
            </a:extLst>
          </p:cNvPr>
          <p:cNvSpPr txBox="1"/>
          <p:nvPr/>
        </p:nvSpPr>
        <p:spPr>
          <a:xfrm>
            <a:off x="1500192" y="129838"/>
            <a:ext cx="587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RLC</a:t>
            </a:r>
            <a:endParaRPr lang="en-CA" dirty="0"/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548E5C3E-F00C-4B90-BC6F-CEE4EDBF97E6}"/>
              </a:ext>
            </a:extLst>
          </p:cNvPr>
          <p:cNvSpPr/>
          <p:nvPr/>
        </p:nvSpPr>
        <p:spPr bwMode="auto">
          <a:xfrm>
            <a:off x="1856462" y="1574170"/>
            <a:ext cx="55436" cy="6133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D6069F-3725-C49E-A889-D3C45F58CFDE}"/>
              </a:ext>
            </a:extLst>
          </p:cNvPr>
          <p:cNvGrpSpPr/>
          <p:nvPr/>
        </p:nvGrpSpPr>
        <p:grpSpPr>
          <a:xfrm rot="16200000" flipH="1">
            <a:off x="3514015" y="441549"/>
            <a:ext cx="409300" cy="105437"/>
            <a:chOff x="2133253" y="2233844"/>
            <a:chExt cx="812337" cy="230187"/>
          </a:xfrm>
        </p:grpSpPr>
        <p:sp>
          <p:nvSpPr>
            <p:cNvPr id="517" name="Line 30">
              <a:extLst>
                <a:ext uri="{FF2B5EF4-FFF2-40B4-BE49-F238E27FC236}">
                  <a16:creationId xmlns:a16="http://schemas.microsoft.com/office/drawing/2014/main" id="{DE09F493-0816-2CA1-1FA7-D72A6A584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" name="Line 31">
              <a:extLst>
                <a:ext uri="{FF2B5EF4-FFF2-40B4-BE49-F238E27FC236}">
                  <a16:creationId xmlns:a16="http://schemas.microsoft.com/office/drawing/2014/main" id="{BACFACC1-EC7D-5CB7-4EEC-1BB83DBF6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" name="Line 32">
              <a:extLst>
                <a:ext uri="{FF2B5EF4-FFF2-40B4-BE49-F238E27FC236}">
                  <a16:creationId xmlns:a16="http://schemas.microsoft.com/office/drawing/2014/main" id="{009EA703-9FA1-3F66-8C8B-51B43490F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" name="Line 33">
              <a:extLst>
                <a:ext uri="{FF2B5EF4-FFF2-40B4-BE49-F238E27FC236}">
                  <a16:creationId xmlns:a16="http://schemas.microsoft.com/office/drawing/2014/main" id="{F81D6600-EEC0-46B4-3874-6F50E65719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" name="Line 34">
              <a:extLst>
                <a:ext uri="{FF2B5EF4-FFF2-40B4-BE49-F238E27FC236}">
                  <a16:creationId xmlns:a16="http://schemas.microsoft.com/office/drawing/2014/main" id="{874A870D-A7C9-6F45-C3B5-784477543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" name="Line 35">
              <a:extLst>
                <a:ext uri="{FF2B5EF4-FFF2-40B4-BE49-F238E27FC236}">
                  <a16:creationId xmlns:a16="http://schemas.microsoft.com/office/drawing/2014/main" id="{7F9F9BF8-6D81-8E9C-C716-5654134417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" name="Line 36">
              <a:extLst>
                <a:ext uri="{FF2B5EF4-FFF2-40B4-BE49-F238E27FC236}">
                  <a16:creationId xmlns:a16="http://schemas.microsoft.com/office/drawing/2014/main" id="{D9D8C398-894A-4405-3E1B-738D1CDA8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8" name="Line 39">
              <a:extLst>
                <a:ext uri="{FF2B5EF4-FFF2-40B4-BE49-F238E27FC236}">
                  <a16:creationId xmlns:a16="http://schemas.microsoft.com/office/drawing/2014/main" id="{2A1FC177-8EA0-1F55-D2C9-79A4891FA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" name="Line 30">
              <a:extLst>
                <a:ext uri="{FF2B5EF4-FFF2-40B4-BE49-F238E27FC236}">
                  <a16:creationId xmlns:a16="http://schemas.microsoft.com/office/drawing/2014/main" id="{2823BEF7-001E-DAC4-2974-8F9C901BC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540" y="2357735"/>
              <a:ext cx="170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73F08C80-5FE0-D9A6-5EAE-678B28245A61}"/>
              </a:ext>
            </a:extLst>
          </p:cNvPr>
          <p:cNvGrpSpPr/>
          <p:nvPr/>
        </p:nvGrpSpPr>
        <p:grpSpPr>
          <a:xfrm rot="16200000" flipH="1">
            <a:off x="3556653" y="785264"/>
            <a:ext cx="325949" cy="115981"/>
            <a:chOff x="2133253" y="2233844"/>
            <a:chExt cx="646912" cy="230187"/>
          </a:xfrm>
        </p:grpSpPr>
        <p:sp>
          <p:nvSpPr>
            <p:cNvPr id="531" name="Line 30">
              <a:extLst>
                <a:ext uri="{FF2B5EF4-FFF2-40B4-BE49-F238E27FC236}">
                  <a16:creationId xmlns:a16="http://schemas.microsoft.com/office/drawing/2014/main" id="{6EECCE14-C911-0315-5AFA-FB2AB01F1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" name="Line 31">
              <a:extLst>
                <a:ext uri="{FF2B5EF4-FFF2-40B4-BE49-F238E27FC236}">
                  <a16:creationId xmlns:a16="http://schemas.microsoft.com/office/drawing/2014/main" id="{B36F2CE7-6D9F-AC90-B0DB-39E3E43D3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" name="Line 32">
              <a:extLst>
                <a:ext uri="{FF2B5EF4-FFF2-40B4-BE49-F238E27FC236}">
                  <a16:creationId xmlns:a16="http://schemas.microsoft.com/office/drawing/2014/main" id="{B41908FA-FF19-9F1F-C5C6-F8C31F8D8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4" name="Line 33">
              <a:extLst>
                <a:ext uri="{FF2B5EF4-FFF2-40B4-BE49-F238E27FC236}">
                  <a16:creationId xmlns:a16="http://schemas.microsoft.com/office/drawing/2014/main" id="{9144A6F2-DB24-90FC-8B96-4CD4CE6A1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5" name="Line 34">
              <a:extLst>
                <a:ext uri="{FF2B5EF4-FFF2-40B4-BE49-F238E27FC236}">
                  <a16:creationId xmlns:a16="http://schemas.microsoft.com/office/drawing/2014/main" id="{8F503E42-667E-BA1D-5513-22B747D24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6" name="Line 35">
              <a:extLst>
                <a:ext uri="{FF2B5EF4-FFF2-40B4-BE49-F238E27FC236}">
                  <a16:creationId xmlns:a16="http://schemas.microsoft.com/office/drawing/2014/main" id="{18741138-7D0C-EA57-9E7A-71EC1A5D48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7" name="Line 36">
              <a:extLst>
                <a:ext uri="{FF2B5EF4-FFF2-40B4-BE49-F238E27FC236}">
                  <a16:creationId xmlns:a16="http://schemas.microsoft.com/office/drawing/2014/main" id="{8EF3E374-20D5-54E6-C0B4-2133C21F4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8" name="Line 39">
              <a:extLst>
                <a:ext uri="{FF2B5EF4-FFF2-40B4-BE49-F238E27FC236}">
                  <a16:creationId xmlns:a16="http://schemas.microsoft.com/office/drawing/2014/main" id="{07F3B4C3-0B52-F6D0-0D50-A9F628C04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6A338A44-7B40-CEF3-C710-55DD5716CE9F}"/>
              </a:ext>
            </a:extLst>
          </p:cNvPr>
          <p:cNvGrpSpPr/>
          <p:nvPr/>
        </p:nvGrpSpPr>
        <p:grpSpPr>
          <a:xfrm rot="16200000" flipH="1">
            <a:off x="3523821" y="1147588"/>
            <a:ext cx="409300" cy="115981"/>
            <a:chOff x="2133253" y="2233844"/>
            <a:chExt cx="812337" cy="230187"/>
          </a:xfrm>
        </p:grpSpPr>
        <p:sp>
          <p:nvSpPr>
            <p:cNvPr id="541" name="Line 30">
              <a:extLst>
                <a:ext uri="{FF2B5EF4-FFF2-40B4-BE49-F238E27FC236}">
                  <a16:creationId xmlns:a16="http://schemas.microsoft.com/office/drawing/2014/main" id="{E128B02E-63FB-DCC7-E52E-A6D849E56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253" y="2355354"/>
              <a:ext cx="187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" name="Line 31">
              <a:extLst>
                <a:ext uri="{FF2B5EF4-FFF2-40B4-BE49-F238E27FC236}">
                  <a16:creationId xmlns:a16="http://schemas.microsoft.com/office/drawing/2014/main" id="{C8BAC074-02D7-14F3-D797-C1DAC3598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" name="Line 32">
              <a:extLst>
                <a:ext uri="{FF2B5EF4-FFF2-40B4-BE49-F238E27FC236}">
                  <a16:creationId xmlns:a16="http://schemas.microsoft.com/office/drawing/2014/main" id="{F9376EA8-5B2D-4CB7-7892-4AB855533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" name="Line 33">
              <a:extLst>
                <a:ext uri="{FF2B5EF4-FFF2-40B4-BE49-F238E27FC236}">
                  <a16:creationId xmlns:a16="http://schemas.microsoft.com/office/drawing/2014/main" id="{D2443C10-52A6-7F48-2CB9-E3E2716C4E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5" name="Line 34">
              <a:extLst>
                <a:ext uri="{FF2B5EF4-FFF2-40B4-BE49-F238E27FC236}">
                  <a16:creationId xmlns:a16="http://schemas.microsoft.com/office/drawing/2014/main" id="{EA6914D5-D4E7-E83B-8509-544DACCA1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6" name="Line 35">
              <a:extLst>
                <a:ext uri="{FF2B5EF4-FFF2-40B4-BE49-F238E27FC236}">
                  <a16:creationId xmlns:a16="http://schemas.microsoft.com/office/drawing/2014/main" id="{8A21CA88-A988-3D5E-BF80-A0F05B1A2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7" name="Line 36">
              <a:extLst>
                <a:ext uri="{FF2B5EF4-FFF2-40B4-BE49-F238E27FC236}">
                  <a16:creationId xmlns:a16="http://schemas.microsoft.com/office/drawing/2014/main" id="{E09F0466-6D36-BEC2-434C-713FEB217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8" name="Line 39">
              <a:extLst>
                <a:ext uri="{FF2B5EF4-FFF2-40B4-BE49-F238E27FC236}">
                  <a16:creationId xmlns:a16="http://schemas.microsoft.com/office/drawing/2014/main" id="{750615A3-7AE2-68FC-F2EE-2E2E22854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9" name="Line 30">
              <a:extLst>
                <a:ext uri="{FF2B5EF4-FFF2-40B4-BE49-F238E27FC236}">
                  <a16:creationId xmlns:a16="http://schemas.microsoft.com/office/drawing/2014/main" id="{881A08FD-B20F-4926-EC77-35AD63F11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540" y="2357735"/>
              <a:ext cx="170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7A54F13F-B085-766D-847B-EFDC68794FD7}"/>
              </a:ext>
            </a:extLst>
          </p:cNvPr>
          <p:cNvGrpSpPr/>
          <p:nvPr/>
        </p:nvGrpSpPr>
        <p:grpSpPr>
          <a:xfrm rot="16200000" flipH="1">
            <a:off x="3616267" y="1468305"/>
            <a:ext cx="236498" cy="115980"/>
            <a:chOff x="2310783" y="2233844"/>
            <a:chExt cx="469382" cy="230187"/>
          </a:xfrm>
        </p:grpSpPr>
        <p:sp>
          <p:nvSpPr>
            <p:cNvPr id="552" name="Line 31">
              <a:extLst>
                <a:ext uri="{FF2B5EF4-FFF2-40B4-BE49-F238E27FC236}">
                  <a16:creationId xmlns:a16="http://schemas.microsoft.com/office/drawing/2014/main" id="{CCE26BC6-4898-BD3F-3F00-64169F6DE4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783" y="2233844"/>
              <a:ext cx="46480" cy="1246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" name="Line 32">
              <a:extLst>
                <a:ext uri="{FF2B5EF4-FFF2-40B4-BE49-F238E27FC236}">
                  <a16:creationId xmlns:a16="http://schemas.microsoft.com/office/drawing/2014/main" id="{D5FF3291-2137-7F4C-2D2B-CA6883574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263" y="2233844"/>
              <a:ext cx="6915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" name="Line 33">
              <a:extLst>
                <a:ext uri="{FF2B5EF4-FFF2-40B4-BE49-F238E27FC236}">
                  <a16:creationId xmlns:a16="http://schemas.microsoft.com/office/drawing/2014/main" id="{FF07BF14-B647-6011-F498-E63EFE7B2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417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5" name="Line 34">
              <a:extLst>
                <a:ext uri="{FF2B5EF4-FFF2-40B4-BE49-F238E27FC236}">
                  <a16:creationId xmlns:a16="http://schemas.microsoft.com/office/drawing/2014/main" id="{C0333F71-A4D5-174E-9A56-6608EC13D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041" y="2233844"/>
              <a:ext cx="81624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" name="Line 35">
              <a:extLst>
                <a:ext uri="{FF2B5EF4-FFF2-40B4-BE49-F238E27FC236}">
                  <a16:creationId xmlns:a16="http://schemas.microsoft.com/office/drawing/2014/main" id="{ABD71233-B041-6548-1629-280C30780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9665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7" name="Line 36">
              <a:extLst>
                <a:ext uri="{FF2B5EF4-FFF2-40B4-BE49-F238E27FC236}">
                  <a16:creationId xmlns:a16="http://schemas.microsoft.com/office/drawing/2014/main" id="{1C6C66BC-7F1B-B176-E349-940B518ED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952" y="2233844"/>
              <a:ext cx="70287" cy="230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8" name="Line 39">
              <a:extLst>
                <a:ext uri="{FF2B5EF4-FFF2-40B4-BE49-F238E27FC236}">
                  <a16:creationId xmlns:a16="http://schemas.microsoft.com/office/drawing/2014/main" id="{BDC6D3ED-35C0-D6D9-301A-F41FB6C6A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520" y="2355354"/>
              <a:ext cx="45645" cy="1086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0" name="Group 208">
            <a:extLst>
              <a:ext uri="{FF2B5EF4-FFF2-40B4-BE49-F238E27FC236}">
                <a16:creationId xmlns:a16="http://schemas.microsoft.com/office/drawing/2014/main" id="{D82E9593-8A07-2C1C-2D84-0871BDF79D60}"/>
              </a:ext>
            </a:extLst>
          </p:cNvPr>
          <p:cNvGrpSpPr>
            <a:grpSpLocks/>
          </p:cNvGrpSpPr>
          <p:nvPr/>
        </p:nvGrpSpPr>
        <p:grpSpPr bwMode="auto">
          <a:xfrm rot="10800000" flipV="1">
            <a:off x="3652639" y="1636575"/>
            <a:ext cx="187512" cy="128500"/>
            <a:chOff x="304800" y="1447158"/>
            <a:chExt cx="457200" cy="383230"/>
          </a:xfrm>
        </p:grpSpPr>
        <p:cxnSp>
          <p:nvCxnSpPr>
            <p:cNvPr id="561" name="Straight Connector 560">
              <a:extLst>
                <a:ext uri="{FF2B5EF4-FFF2-40B4-BE49-F238E27FC236}">
                  <a16:creationId xmlns:a16="http://schemas.microsoft.com/office/drawing/2014/main" id="{98064724-BED0-B34F-823E-51AC10CBD0A2}"/>
                </a:ext>
              </a:extLst>
            </p:cNvPr>
            <p:cNvCxnSpPr/>
            <p:nvPr/>
          </p:nvCxnSpPr>
          <p:spPr>
            <a:xfrm>
              <a:off x="304800" y="1676931"/>
              <a:ext cx="4572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948F3385-99DD-7258-253C-84BE8821BFAA}"/>
                </a:ext>
              </a:extLst>
            </p:cNvPr>
            <p:cNvCxnSpPr/>
            <p:nvPr/>
          </p:nvCxnSpPr>
          <p:spPr>
            <a:xfrm>
              <a:off x="457200" y="1828806"/>
              <a:ext cx="153988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A5385556-FCAA-35BE-FCF5-1B7045B30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813" y="1447158"/>
              <a:ext cx="1587" cy="2297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10BF453C-EE6D-FF52-8E15-9D5B12602A51}"/>
                </a:ext>
              </a:extLst>
            </p:cNvPr>
            <p:cNvCxnSpPr/>
            <p:nvPr/>
          </p:nvCxnSpPr>
          <p:spPr>
            <a:xfrm>
              <a:off x="381000" y="1752869"/>
              <a:ext cx="304800" cy="15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9A211F06-A2D3-C9C6-E1B6-372AF933367B}"/>
              </a:ext>
            </a:extLst>
          </p:cNvPr>
          <p:cNvCxnSpPr>
            <a:cxnSpLocks/>
          </p:cNvCxnSpPr>
          <p:nvPr/>
        </p:nvCxnSpPr>
        <p:spPr>
          <a:xfrm>
            <a:off x="3665781" y="289617"/>
            <a:ext cx="1114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8" name="Oval 567">
            <a:extLst>
              <a:ext uri="{FF2B5EF4-FFF2-40B4-BE49-F238E27FC236}">
                <a16:creationId xmlns:a16="http://schemas.microsoft.com/office/drawing/2014/main" id="{5A4FCFA3-6873-9E0E-CDF6-6813D7949BD2}"/>
              </a:ext>
            </a:extLst>
          </p:cNvPr>
          <p:cNvSpPr/>
          <p:nvPr/>
        </p:nvSpPr>
        <p:spPr bwMode="auto">
          <a:xfrm flipV="1">
            <a:off x="3967808" y="652456"/>
            <a:ext cx="66510" cy="6651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5ACB490F-E69F-E54B-C69B-23F6B860E0D9}"/>
              </a:ext>
            </a:extLst>
          </p:cNvPr>
          <p:cNvCxnSpPr>
            <a:cxnSpLocks/>
          </p:cNvCxnSpPr>
          <p:nvPr/>
        </p:nvCxnSpPr>
        <p:spPr>
          <a:xfrm flipV="1">
            <a:off x="3732905" y="686756"/>
            <a:ext cx="242816" cy="27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Oval 383">
            <a:extLst>
              <a:ext uri="{FF2B5EF4-FFF2-40B4-BE49-F238E27FC236}">
                <a16:creationId xmlns:a16="http://schemas.microsoft.com/office/drawing/2014/main" id="{509E293D-F2EE-D923-E1A3-A5B018C7F536}"/>
              </a:ext>
            </a:extLst>
          </p:cNvPr>
          <p:cNvSpPr/>
          <p:nvPr/>
        </p:nvSpPr>
        <p:spPr>
          <a:xfrm flipV="1">
            <a:off x="3697954" y="671465"/>
            <a:ext cx="47093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4BBC5BF2-E5C8-F85C-4E92-58968F281E05}"/>
              </a:ext>
            </a:extLst>
          </p:cNvPr>
          <p:cNvGrpSpPr/>
          <p:nvPr/>
        </p:nvGrpSpPr>
        <p:grpSpPr>
          <a:xfrm>
            <a:off x="1754077" y="4705053"/>
            <a:ext cx="8763000" cy="1446213"/>
            <a:chOff x="1754077" y="4705053"/>
            <a:chExt cx="8763000" cy="1446213"/>
          </a:xfrm>
        </p:grpSpPr>
        <p:grpSp>
          <p:nvGrpSpPr>
            <p:cNvPr id="447" name="Group 244">
              <a:extLst>
                <a:ext uri="{FF2B5EF4-FFF2-40B4-BE49-F238E27FC236}">
                  <a16:creationId xmlns:a16="http://schemas.microsoft.com/office/drawing/2014/main" id="{903ABDC8-4F48-F07B-B4EF-06AA1EF9A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5077" y="4860628"/>
              <a:ext cx="228600" cy="152400"/>
              <a:chOff x="304800" y="2590800"/>
              <a:chExt cx="228600" cy="152400"/>
            </a:xfrm>
          </p:grpSpPr>
          <p:sp>
            <p:nvSpPr>
              <p:cNvPr id="1010" name="Oval 1009">
                <a:extLst>
                  <a:ext uri="{FF2B5EF4-FFF2-40B4-BE49-F238E27FC236}">
                    <a16:creationId xmlns:a16="http://schemas.microsoft.com/office/drawing/2014/main" id="{C1A140C0-79AF-5770-E683-A1D5346A7058}"/>
                  </a:ext>
                </a:extLst>
              </p:cNvPr>
              <p:cNvSpPr/>
              <p:nvPr/>
            </p:nvSpPr>
            <p:spPr>
              <a:xfrm>
                <a:off x="304800" y="2590800"/>
                <a:ext cx="152400" cy="1524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011" name="Straight Connector 1010">
                <a:extLst>
                  <a:ext uri="{FF2B5EF4-FFF2-40B4-BE49-F238E27FC236}">
                    <a16:creationId xmlns:a16="http://schemas.microsoft.com/office/drawing/2014/main" id="{30A3E156-F4C6-B65F-7C09-AFDA9B8A966D}"/>
                  </a:ext>
                </a:extLst>
              </p:cNvPr>
              <p:cNvCxnSpPr>
                <a:stCxn id="1010" idx="6"/>
              </p:cNvCxnSpPr>
              <p:nvPr/>
            </p:nvCxnSpPr>
            <p:spPr>
              <a:xfrm>
                <a:off x="457200" y="2667000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782E9F0E-59F3-0BF6-B97D-478F5E72C531}"/>
                </a:ext>
              </a:extLst>
            </p:cNvPr>
            <p:cNvCxnSpPr/>
            <p:nvPr/>
          </p:nvCxnSpPr>
          <p:spPr bwMode="auto">
            <a:xfrm>
              <a:off x="2320815" y="5770266"/>
              <a:ext cx="7510462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26D9A92B-F6F5-9BA4-7AD1-BBA92EAA73B5}"/>
                </a:ext>
              </a:extLst>
            </p:cNvPr>
            <p:cNvSpPr/>
            <p:nvPr/>
          </p:nvSpPr>
          <p:spPr bwMode="auto">
            <a:xfrm>
              <a:off x="2592277" y="4906666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578" name="Group 279">
              <a:extLst>
                <a:ext uri="{FF2B5EF4-FFF2-40B4-BE49-F238E27FC236}">
                  <a16:creationId xmlns:a16="http://schemas.microsoft.com/office/drawing/2014/main" id="{2B1BE5D3-449A-4019-D334-D7697EF48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8140" y="5159078"/>
              <a:ext cx="219075" cy="382588"/>
              <a:chOff x="2786066" y="2133600"/>
              <a:chExt cx="219069" cy="381794"/>
            </a:xfrm>
          </p:grpSpPr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C35085EE-00D1-E85E-85C6-B4E8E312995B}"/>
                  </a:ext>
                </a:extLst>
              </p:cNvPr>
              <p:cNvCxnSpPr/>
              <p:nvPr/>
            </p:nvCxnSpPr>
            <p:spPr>
              <a:xfrm flipH="1" flipV="1">
                <a:off x="2895600" y="2287268"/>
                <a:ext cx="76198" cy="760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3" name="Straight Connector 1002">
                <a:extLst>
                  <a:ext uri="{FF2B5EF4-FFF2-40B4-BE49-F238E27FC236}">
                    <a16:creationId xmlns:a16="http://schemas.microsoft.com/office/drawing/2014/main" id="{7204C89C-3336-80CE-C22D-F408208F8B60}"/>
                  </a:ext>
                </a:extLst>
              </p:cNvPr>
              <p:cNvCxnSpPr/>
              <p:nvPr/>
            </p:nvCxnSpPr>
            <p:spPr>
              <a:xfrm rot="10800000" flipH="1">
                <a:off x="2819402" y="2287268"/>
                <a:ext cx="76198" cy="760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Straight Connector 1003">
                <a:extLst>
                  <a:ext uri="{FF2B5EF4-FFF2-40B4-BE49-F238E27FC236}">
                    <a16:creationId xmlns:a16="http://schemas.microsoft.com/office/drawing/2014/main" id="{F91D15D4-6AA7-EC73-A5B4-3A1ADCFA5F3E}"/>
                  </a:ext>
                </a:extLst>
              </p:cNvPr>
              <p:cNvCxnSpPr/>
              <p:nvPr/>
            </p:nvCxnSpPr>
            <p:spPr>
              <a:xfrm rot="16200000">
                <a:off x="2820352" y="2438558"/>
                <a:ext cx="15208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5" name="Straight Connector 1004">
                <a:extLst>
                  <a:ext uri="{FF2B5EF4-FFF2-40B4-BE49-F238E27FC236}">
                    <a16:creationId xmlns:a16="http://schemas.microsoft.com/office/drawing/2014/main" id="{9D0733A5-4F33-FE41-0234-C49A5CC28AA6}"/>
                  </a:ext>
                </a:extLst>
              </p:cNvPr>
              <p:cNvCxnSpPr/>
              <p:nvPr/>
            </p:nvCxnSpPr>
            <p:spPr>
              <a:xfrm flipH="1" flipV="1">
                <a:off x="2819402" y="2361726"/>
                <a:ext cx="152396" cy="15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Straight Connector 1005">
                <a:extLst>
                  <a:ext uri="{FF2B5EF4-FFF2-40B4-BE49-F238E27FC236}">
                    <a16:creationId xmlns:a16="http://schemas.microsoft.com/office/drawing/2014/main" id="{C2AA613F-D25D-73FD-8E4B-FFCFE8C01041}"/>
                  </a:ext>
                </a:extLst>
              </p:cNvPr>
              <p:cNvCxnSpPr/>
              <p:nvPr/>
            </p:nvCxnSpPr>
            <p:spPr>
              <a:xfrm flipH="1" flipV="1">
                <a:off x="2819402" y="2285684"/>
                <a:ext cx="153984" cy="15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Straight Connector 1006">
                <a:extLst>
                  <a:ext uri="{FF2B5EF4-FFF2-40B4-BE49-F238E27FC236}">
                    <a16:creationId xmlns:a16="http://schemas.microsoft.com/office/drawing/2014/main" id="{9C7172EA-C89C-3EF1-2839-8A8DE1AB48A9}"/>
                  </a:ext>
                </a:extLst>
              </p:cNvPr>
              <p:cNvCxnSpPr/>
              <p:nvPr/>
            </p:nvCxnSpPr>
            <p:spPr>
              <a:xfrm rot="16200000">
                <a:off x="2820352" y="2208848"/>
                <a:ext cx="15208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8" name="Straight Connector 1007">
                <a:extLst>
                  <a:ext uri="{FF2B5EF4-FFF2-40B4-BE49-F238E27FC236}">
                    <a16:creationId xmlns:a16="http://schemas.microsoft.com/office/drawing/2014/main" id="{96F7176B-B261-F29B-C56F-4A51E3ADA830}"/>
                  </a:ext>
                </a:extLst>
              </p:cNvPr>
              <p:cNvCxnSpPr/>
              <p:nvPr/>
            </p:nvCxnSpPr>
            <p:spPr>
              <a:xfrm rot="5400000" flipH="1" flipV="1">
                <a:off x="2784515" y="2287234"/>
                <a:ext cx="36437" cy="333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9" name="Straight Connector 1008">
                <a:extLst>
                  <a:ext uri="{FF2B5EF4-FFF2-40B4-BE49-F238E27FC236}">
                    <a16:creationId xmlns:a16="http://schemas.microsoft.com/office/drawing/2014/main" id="{08D8FB8A-883F-637B-7121-EFC690DBE439}"/>
                  </a:ext>
                </a:extLst>
              </p:cNvPr>
              <p:cNvCxnSpPr/>
              <p:nvPr/>
            </p:nvCxnSpPr>
            <p:spPr>
              <a:xfrm rot="5400000" flipH="1" flipV="1">
                <a:off x="2971040" y="2251589"/>
                <a:ext cx="34853" cy="333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632FDB97-6562-9ABF-1910-4AB59FA60A28}"/>
                </a:ext>
              </a:extLst>
            </p:cNvPr>
            <p:cNvCxnSpPr/>
            <p:nvPr/>
          </p:nvCxnSpPr>
          <p:spPr bwMode="auto">
            <a:xfrm rot="5400000" flipH="1" flipV="1">
              <a:off x="2502584" y="5045572"/>
              <a:ext cx="2286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0" name="Group 436">
              <a:extLst>
                <a:ext uri="{FF2B5EF4-FFF2-40B4-BE49-F238E27FC236}">
                  <a16:creationId xmlns:a16="http://schemas.microsoft.com/office/drawing/2014/main" id="{03207F1A-723C-50D7-310C-D94A43AAE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3865" y="5541666"/>
              <a:ext cx="46037" cy="252412"/>
              <a:chOff x="1062038" y="2636838"/>
              <a:chExt cx="46037" cy="252412"/>
            </a:xfrm>
          </p:grpSpPr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4A8CBFE8-E323-9084-C6C7-3E9665276A96}"/>
                  </a:ext>
                </a:extLst>
              </p:cNvPr>
              <p:cNvCxnSpPr/>
              <p:nvPr/>
            </p:nvCxnSpPr>
            <p:spPr>
              <a:xfrm rot="5400000">
                <a:off x="972344" y="2750344"/>
                <a:ext cx="2286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1" name="Oval 1000">
                <a:extLst>
                  <a:ext uri="{FF2B5EF4-FFF2-40B4-BE49-F238E27FC236}">
                    <a16:creationId xmlns:a16="http://schemas.microsoft.com/office/drawing/2014/main" id="{19433324-8BB5-2697-5997-35AECF8AD032}"/>
                  </a:ext>
                </a:extLst>
              </p:cNvPr>
              <p:cNvSpPr/>
              <p:nvPr/>
            </p:nvSpPr>
            <p:spPr>
              <a:xfrm>
                <a:off x="1062038" y="2843213"/>
                <a:ext cx="46037" cy="46037"/>
              </a:xfrm>
              <a:prstGeom prst="ellipse">
                <a:avLst/>
              </a:prstGeom>
              <a:solidFill>
                <a:schemeClr val="tx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859EEEA8-7C01-DCD0-BFAA-C2A0D4DF8718}"/>
                </a:ext>
              </a:extLst>
            </p:cNvPr>
            <p:cNvCxnSpPr/>
            <p:nvPr/>
          </p:nvCxnSpPr>
          <p:spPr bwMode="auto">
            <a:xfrm>
              <a:off x="2501790" y="4932066"/>
              <a:ext cx="63976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2" name="Group 304">
              <a:extLst>
                <a:ext uri="{FF2B5EF4-FFF2-40B4-BE49-F238E27FC236}">
                  <a16:creationId xmlns:a16="http://schemas.microsoft.com/office/drawing/2014/main" id="{C59CACFD-E10A-0C46-A8B7-224C3DDDA9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290" y="5159078"/>
              <a:ext cx="204787" cy="382588"/>
              <a:chOff x="2209800" y="152400"/>
              <a:chExt cx="457200" cy="381794"/>
            </a:xfrm>
          </p:grpSpPr>
          <p:cxnSp>
            <p:nvCxnSpPr>
              <p:cNvPr id="994" name="Straight Connector 993">
                <a:extLst>
                  <a:ext uri="{FF2B5EF4-FFF2-40B4-BE49-F238E27FC236}">
                    <a16:creationId xmlns:a16="http://schemas.microsoft.com/office/drawing/2014/main" id="{452C7B59-0723-9722-4692-9D1FC2007C42}"/>
                  </a:ext>
                </a:extLst>
              </p:cNvPr>
              <p:cNvCxnSpPr/>
              <p:nvPr/>
            </p:nvCxnSpPr>
            <p:spPr>
              <a:xfrm>
                <a:off x="2209800" y="304484"/>
                <a:ext cx="457200" cy="15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5" name="Straight Connector 994">
                <a:extLst>
                  <a:ext uri="{FF2B5EF4-FFF2-40B4-BE49-F238E27FC236}">
                    <a16:creationId xmlns:a16="http://schemas.microsoft.com/office/drawing/2014/main" id="{D37C346B-CE68-D89D-B09A-5CEECA525B13}"/>
                  </a:ext>
                </a:extLst>
              </p:cNvPr>
              <p:cNvCxnSpPr/>
              <p:nvPr/>
            </p:nvCxnSpPr>
            <p:spPr>
              <a:xfrm rot="5400000" flipH="1" flipV="1">
                <a:off x="2364130" y="458152"/>
                <a:ext cx="1520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6" name="Group 59">
                <a:extLst>
                  <a:ext uri="{FF2B5EF4-FFF2-40B4-BE49-F238E27FC236}">
                    <a16:creationId xmlns:a16="http://schemas.microsoft.com/office/drawing/2014/main" id="{CD3ED473-5D44-D542-BF89-065956CAEB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381000"/>
                <a:ext cx="457200" cy="152400"/>
                <a:chOff x="2971800" y="533400"/>
                <a:chExt cx="228600" cy="304800"/>
              </a:xfrm>
            </p:grpSpPr>
            <p:sp>
              <p:nvSpPr>
                <p:cNvPr id="998" name="Arc 997">
                  <a:extLst>
                    <a:ext uri="{FF2B5EF4-FFF2-40B4-BE49-F238E27FC236}">
                      <a16:creationId xmlns:a16="http://schemas.microsoft.com/office/drawing/2014/main" id="{28232F07-B253-BB5E-7D05-644E3246DA33}"/>
                    </a:ext>
                  </a:extLst>
                </p:cNvPr>
                <p:cNvSpPr/>
                <p:nvPr/>
              </p:nvSpPr>
              <p:spPr>
                <a:xfrm>
                  <a:off x="2971800" y="532452"/>
                  <a:ext cx="228600" cy="30416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99" name="Arc 998">
                  <a:extLst>
                    <a:ext uri="{FF2B5EF4-FFF2-40B4-BE49-F238E27FC236}">
                      <a16:creationId xmlns:a16="http://schemas.microsoft.com/office/drawing/2014/main" id="{3AFE0642-E963-AFF9-DFC8-A6ACC45C93C1}"/>
                    </a:ext>
                  </a:extLst>
                </p:cNvPr>
                <p:cNvSpPr/>
                <p:nvPr/>
              </p:nvSpPr>
              <p:spPr>
                <a:xfrm flipH="1">
                  <a:off x="2971800" y="532452"/>
                  <a:ext cx="228600" cy="30416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cxnSp>
            <p:nvCxnSpPr>
              <p:cNvPr id="997" name="Straight Connector 996">
                <a:extLst>
                  <a:ext uri="{FF2B5EF4-FFF2-40B4-BE49-F238E27FC236}">
                    <a16:creationId xmlns:a16="http://schemas.microsoft.com/office/drawing/2014/main" id="{B08D3921-F07E-91D0-1E13-8D821E18D359}"/>
                  </a:ext>
                </a:extLst>
              </p:cNvPr>
              <p:cNvCxnSpPr/>
              <p:nvPr/>
            </p:nvCxnSpPr>
            <p:spPr>
              <a:xfrm rot="5400000" flipH="1" flipV="1">
                <a:off x="2364130" y="228442"/>
                <a:ext cx="1520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8F254A2C-B2D5-7A4B-F2FE-24992FC56D62}"/>
                </a:ext>
              </a:extLst>
            </p:cNvPr>
            <p:cNvCxnSpPr/>
            <p:nvPr/>
          </p:nvCxnSpPr>
          <p:spPr bwMode="auto">
            <a:xfrm rot="5400000" flipH="1" flipV="1">
              <a:off x="2807384" y="5045572"/>
              <a:ext cx="2286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67E86942-1E6D-52DE-F1C0-B330459D23C2}"/>
                </a:ext>
              </a:extLst>
            </p:cNvPr>
            <p:cNvCxnSpPr/>
            <p:nvPr/>
          </p:nvCxnSpPr>
          <p:spPr bwMode="auto">
            <a:xfrm rot="5400000">
              <a:off x="2812146" y="5655172"/>
              <a:ext cx="228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4D939944-13D7-216D-E1DD-8B31FB15EA05}"/>
                </a:ext>
              </a:extLst>
            </p:cNvPr>
            <p:cNvCxnSpPr/>
            <p:nvPr/>
          </p:nvCxnSpPr>
          <p:spPr bwMode="auto">
            <a:xfrm>
              <a:off x="4983052" y="4928891"/>
              <a:ext cx="3932238" cy="95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52E8A490-550A-23CB-2E1F-7EF711E278CB}"/>
                </a:ext>
              </a:extLst>
            </p:cNvPr>
            <p:cNvSpPr/>
            <p:nvPr/>
          </p:nvSpPr>
          <p:spPr bwMode="auto">
            <a:xfrm>
              <a:off x="3317765" y="5748041"/>
              <a:ext cx="46037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2B58FD08-2986-7730-EB5B-CFA44C2CABE1}"/>
                </a:ext>
              </a:extLst>
            </p:cNvPr>
            <p:cNvSpPr/>
            <p:nvPr/>
          </p:nvSpPr>
          <p:spPr bwMode="auto">
            <a:xfrm>
              <a:off x="2898665" y="4909841"/>
              <a:ext cx="46037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0EF03725-13A6-AAAF-9FB4-3A1525D8DDEF}"/>
                </a:ext>
              </a:extLst>
            </p:cNvPr>
            <p:cNvSpPr/>
            <p:nvPr/>
          </p:nvSpPr>
          <p:spPr bwMode="auto">
            <a:xfrm>
              <a:off x="2897077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32855FD1-FBFE-94C8-3723-9EABC7D25394}"/>
                </a:ext>
              </a:extLst>
            </p:cNvPr>
            <p:cNvSpPr/>
            <p:nvPr/>
          </p:nvSpPr>
          <p:spPr bwMode="auto">
            <a:xfrm>
              <a:off x="5421202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49939DB2-5260-9E20-9D25-D72D3DC220F7}"/>
                </a:ext>
              </a:extLst>
            </p:cNvPr>
            <p:cNvSpPr/>
            <p:nvPr/>
          </p:nvSpPr>
          <p:spPr bwMode="auto">
            <a:xfrm>
              <a:off x="3146315" y="4779666"/>
              <a:ext cx="381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D5CBFF33-60C0-2DFE-C18E-97F0A9162048}"/>
                </a:ext>
              </a:extLst>
            </p:cNvPr>
            <p:cNvCxnSpPr/>
            <p:nvPr/>
          </p:nvCxnSpPr>
          <p:spPr bwMode="auto">
            <a:xfrm rot="5400000" flipH="1" flipV="1">
              <a:off x="3037571" y="5464672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2" name="TextBox 328">
              <a:extLst>
                <a:ext uri="{FF2B5EF4-FFF2-40B4-BE49-F238E27FC236}">
                  <a16:creationId xmlns:a16="http://schemas.microsoft.com/office/drawing/2014/main" id="{34C88472-80C2-4FCE-0B1D-D59750306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6465" y="4811416"/>
              <a:ext cx="533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 dirty="0"/>
                <a:t>7815</a:t>
              </a:r>
            </a:p>
          </p:txBody>
        </p:sp>
        <p:sp>
          <p:nvSpPr>
            <p:cNvPr id="593" name="TextBox 331">
              <a:extLst>
                <a:ext uri="{FF2B5EF4-FFF2-40B4-BE49-F238E27FC236}">
                  <a16:creationId xmlns:a16="http://schemas.microsoft.com/office/drawing/2014/main" id="{519A1846-D0D9-313C-262A-32805AF92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415" y="4808241"/>
              <a:ext cx="4572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/>
                <a:t>+28v</a:t>
              </a:r>
            </a:p>
          </p:txBody>
        </p:sp>
        <p:grpSp>
          <p:nvGrpSpPr>
            <p:cNvPr id="594" name="Group 232">
              <a:extLst>
                <a:ext uri="{FF2B5EF4-FFF2-40B4-BE49-F238E27FC236}">
                  <a16:creationId xmlns:a16="http://schemas.microsoft.com/office/drawing/2014/main" id="{A8D7FC20-20B8-F080-3AAD-26F3B1F78B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5552" y="5692478"/>
              <a:ext cx="228600" cy="152400"/>
              <a:chOff x="304800" y="2590800"/>
              <a:chExt cx="228600" cy="152400"/>
            </a:xfrm>
          </p:grpSpPr>
          <p:sp>
            <p:nvSpPr>
              <p:cNvPr id="992" name="Oval 991">
                <a:extLst>
                  <a:ext uri="{FF2B5EF4-FFF2-40B4-BE49-F238E27FC236}">
                    <a16:creationId xmlns:a16="http://schemas.microsoft.com/office/drawing/2014/main" id="{17111378-A4EC-C4E9-2211-A8ABE930D1C5}"/>
                  </a:ext>
                </a:extLst>
              </p:cNvPr>
              <p:cNvSpPr/>
              <p:nvPr/>
            </p:nvSpPr>
            <p:spPr>
              <a:xfrm>
                <a:off x="304800" y="2590800"/>
                <a:ext cx="152400" cy="1524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93" name="Straight Connector 992">
                <a:extLst>
                  <a:ext uri="{FF2B5EF4-FFF2-40B4-BE49-F238E27FC236}">
                    <a16:creationId xmlns:a16="http://schemas.microsoft.com/office/drawing/2014/main" id="{CCF62ED9-BD87-029E-C492-5A6A6C715F8C}"/>
                  </a:ext>
                </a:extLst>
              </p:cNvPr>
              <p:cNvCxnSpPr>
                <a:stCxn id="992" idx="6"/>
              </p:cNvCxnSpPr>
              <p:nvPr/>
            </p:nvCxnSpPr>
            <p:spPr>
              <a:xfrm>
                <a:off x="457200" y="2667000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5" name="Group 247">
              <a:extLst>
                <a:ext uri="{FF2B5EF4-FFF2-40B4-BE49-F238E27FC236}">
                  <a16:creationId xmlns:a16="http://schemas.microsoft.com/office/drawing/2014/main" id="{F367E3B0-4C6F-9155-AD0D-1486FF1EA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1752" y="5922666"/>
              <a:ext cx="381000" cy="228600"/>
              <a:chOff x="304800" y="1296194"/>
              <a:chExt cx="381000" cy="227806"/>
            </a:xfrm>
          </p:grpSpPr>
          <p:cxnSp>
            <p:nvCxnSpPr>
              <p:cNvPr id="985" name="Straight Connector 984">
                <a:extLst>
                  <a:ext uri="{FF2B5EF4-FFF2-40B4-BE49-F238E27FC236}">
                    <a16:creationId xmlns:a16="http://schemas.microsoft.com/office/drawing/2014/main" id="{641B2515-8A17-1C0E-2297-C893126EF2A7}"/>
                  </a:ext>
                </a:extLst>
              </p:cNvPr>
              <p:cNvCxnSpPr/>
              <p:nvPr/>
            </p:nvCxnSpPr>
            <p:spPr>
              <a:xfrm>
                <a:off x="381000" y="1372129"/>
                <a:ext cx="304800" cy="15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6" name="Straight Connector 985">
                <a:extLst>
                  <a:ext uri="{FF2B5EF4-FFF2-40B4-BE49-F238E27FC236}">
                    <a16:creationId xmlns:a16="http://schemas.microsoft.com/office/drawing/2014/main" id="{DC27FBDA-8379-3B48-9E4A-8DCCA7886075}"/>
                  </a:ext>
                </a:extLst>
              </p:cNvPr>
              <p:cNvCxnSpPr/>
              <p:nvPr/>
            </p:nvCxnSpPr>
            <p:spPr>
              <a:xfrm rot="5400000" flipH="1" flipV="1">
                <a:off x="267759" y="1409171"/>
                <a:ext cx="151871" cy="777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7" name="Straight Connector 986">
                <a:extLst>
                  <a:ext uri="{FF2B5EF4-FFF2-40B4-BE49-F238E27FC236}">
                    <a16:creationId xmlns:a16="http://schemas.microsoft.com/office/drawing/2014/main" id="{6B9991C8-F808-E55C-5F9B-0113B0D8C2D5}"/>
                  </a:ext>
                </a:extLst>
              </p:cNvPr>
              <p:cNvCxnSpPr/>
              <p:nvPr/>
            </p:nvCxnSpPr>
            <p:spPr>
              <a:xfrm rot="5400000" flipH="1" flipV="1">
                <a:off x="495433" y="1332574"/>
                <a:ext cx="75935" cy="31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Straight Connector 987">
                <a:extLst>
                  <a:ext uri="{FF2B5EF4-FFF2-40B4-BE49-F238E27FC236}">
                    <a16:creationId xmlns:a16="http://schemas.microsoft.com/office/drawing/2014/main" id="{BCC26F5A-0872-BD56-FD92-037AA715CD7C}"/>
                  </a:ext>
                </a:extLst>
              </p:cNvPr>
              <p:cNvCxnSpPr/>
              <p:nvPr/>
            </p:nvCxnSpPr>
            <p:spPr>
              <a:xfrm rot="5400000" flipH="1" flipV="1">
                <a:off x="343959" y="1409171"/>
                <a:ext cx="151871" cy="777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Straight Connector 988">
                <a:extLst>
                  <a:ext uri="{FF2B5EF4-FFF2-40B4-BE49-F238E27FC236}">
                    <a16:creationId xmlns:a16="http://schemas.microsoft.com/office/drawing/2014/main" id="{8B6D3480-5A5D-2914-863A-21DDAA4762AD}"/>
                  </a:ext>
                </a:extLst>
              </p:cNvPr>
              <p:cNvCxnSpPr/>
              <p:nvPr/>
            </p:nvCxnSpPr>
            <p:spPr>
              <a:xfrm rot="5400000" flipH="1" flipV="1">
                <a:off x="420159" y="1409171"/>
                <a:ext cx="151871" cy="777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0" name="Straight Connector 989">
                <a:extLst>
                  <a:ext uri="{FF2B5EF4-FFF2-40B4-BE49-F238E27FC236}">
                    <a16:creationId xmlns:a16="http://schemas.microsoft.com/office/drawing/2014/main" id="{125DBC23-CBB3-78F9-0A0A-27773295EDFD}"/>
                  </a:ext>
                </a:extLst>
              </p:cNvPr>
              <p:cNvCxnSpPr/>
              <p:nvPr/>
            </p:nvCxnSpPr>
            <p:spPr>
              <a:xfrm rot="5400000" flipH="1" flipV="1">
                <a:off x="494772" y="1409171"/>
                <a:ext cx="151871" cy="777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1" name="Straight Connector 990">
                <a:extLst>
                  <a:ext uri="{FF2B5EF4-FFF2-40B4-BE49-F238E27FC236}">
                    <a16:creationId xmlns:a16="http://schemas.microsoft.com/office/drawing/2014/main" id="{0A061DD1-1AF3-C881-8540-A9AF4B8D56BE}"/>
                  </a:ext>
                </a:extLst>
              </p:cNvPr>
              <p:cNvCxnSpPr/>
              <p:nvPr/>
            </p:nvCxnSpPr>
            <p:spPr>
              <a:xfrm rot="5400000" flipH="1" flipV="1">
                <a:off x="570972" y="1409171"/>
                <a:ext cx="151871" cy="777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D1B4AF76-8B65-3DB8-F6A1-9A5AEFA1EF26}"/>
                </a:ext>
              </a:extLst>
            </p:cNvPr>
            <p:cNvCxnSpPr/>
            <p:nvPr/>
          </p:nvCxnSpPr>
          <p:spPr bwMode="auto">
            <a:xfrm rot="5400000">
              <a:off x="2354946" y="5845672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E8600EF8-0787-B7C4-D90D-CA0BC0D3444B}"/>
                </a:ext>
              </a:extLst>
            </p:cNvPr>
            <p:cNvSpPr/>
            <p:nvPr/>
          </p:nvSpPr>
          <p:spPr bwMode="auto">
            <a:xfrm>
              <a:off x="2411302" y="5746453"/>
              <a:ext cx="46038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8" name="TextBox 332">
              <a:extLst>
                <a:ext uri="{FF2B5EF4-FFF2-40B4-BE49-F238E27FC236}">
                  <a16:creationId xmlns:a16="http://schemas.microsoft.com/office/drawing/2014/main" id="{AA9F0B36-7355-5643-FB4D-5A5F2DD55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4077" y="5651203"/>
              <a:ext cx="45720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/>
                <a:t>return</a:t>
              </a:r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DCE69808-B86B-2E47-CA3E-24819077D9BD}"/>
                </a:ext>
              </a:extLst>
            </p:cNvPr>
            <p:cNvSpPr/>
            <p:nvPr/>
          </p:nvSpPr>
          <p:spPr bwMode="auto">
            <a:xfrm>
              <a:off x="3836877" y="4779666"/>
              <a:ext cx="531813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00" name="TextBox 334">
              <a:extLst>
                <a:ext uri="{FF2B5EF4-FFF2-40B4-BE49-F238E27FC236}">
                  <a16:creationId xmlns:a16="http://schemas.microsoft.com/office/drawing/2014/main" id="{DCAAF9B5-9CB5-466D-3CDB-F325B9B58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5290" y="4808241"/>
              <a:ext cx="533400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7555</a:t>
              </a:r>
            </a:p>
          </p:txBody>
        </p: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C0F89408-580E-657C-F3B2-374BE43358E8}"/>
                </a:ext>
              </a:extLst>
            </p:cNvPr>
            <p:cNvCxnSpPr/>
            <p:nvPr/>
          </p:nvCxnSpPr>
          <p:spPr bwMode="auto">
            <a:xfrm rot="5400000" flipH="1" flipV="1">
              <a:off x="3569384" y="5045572"/>
              <a:ext cx="2286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777C59D9-65FD-8826-83B9-A19038759B12}"/>
                </a:ext>
              </a:extLst>
            </p:cNvPr>
            <p:cNvCxnSpPr/>
            <p:nvPr/>
          </p:nvCxnSpPr>
          <p:spPr bwMode="auto">
            <a:xfrm rot="5400000">
              <a:off x="3569384" y="5655172"/>
              <a:ext cx="2286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B0CE284F-D85C-E013-F3DC-13830BFBBD40}"/>
                </a:ext>
              </a:extLst>
            </p:cNvPr>
            <p:cNvSpPr/>
            <p:nvPr/>
          </p:nvSpPr>
          <p:spPr bwMode="auto">
            <a:xfrm>
              <a:off x="3662252" y="4909841"/>
              <a:ext cx="44450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FCEB8A08-11F6-AABA-7EEA-66E67309D1CF}"/>
                </a:ext>
              </a:extLst>
            </p:cNvPr>
            <p:cNvSpPr/>
            <p:nvPr/>
          </p:nvSpPr>
          <p:spPr bwMode="auto">
            <a:xfrm>
              <a:off x="3660665" y="5748041"/>
              <a:ext cx="46037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0BF46AFB-C6B2-1975-46C9-E62B7CBEB097}"/>
                </a:ext>
              </a:extLst>
            </p:cNvPr>
            <p:cNvCxnSpPr/>
            <p:nvPr/>
          </p:nvCxnSpPr>
          <p:spPr bwMode="auto">
            <a:xfrm>
              <a:off x="3530490" y="4930478"/>
              <a:ext cx="3048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6" name="TextBox 350">
              <a:extLst>
                <a:ext uri="{FF2B5EF4-FFF2-40B4-BE49-F238E27FC236}">
                  <a16:creationId xmlns:a16="http://schemas.microsoft.com/office/drawing/2014/main" id="{C15FA060-7264-4D76-39F9-7B9FD6017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8577" y="4751091"/>
              <a:ext cx="4572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 i="1"/>
                <a:t>+15v</a:t>
              </a:r>
            </a:p>
          </p:txBody>
        </p: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CC0217D5-5035-3B83-CD70-FB91E7B2114A}"/>
                </a:ext>
              </a:extLst>
            </p:cNvPr>
            <p:cNvCxnSpPr/>
            <p:nvPr/>
          </p:nvCxnSpPr>
          <p:spPr bwMode="auto">
            <a:xfrm rot="5400000" flipH="1" flipV="1">
              <a:off x="4557603" y="5254328"/>
              <a:ext cx="1016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EED0BFAF-BB76-AE72-FC30-AC7A6F22AD92}"/>
                </a:ext>
              </a:extLst>
            </p:cNvPr>
            <p:cNvCxnSpPr/>
            <p:nvPr/>
          </p:nvCxnSpPr>
          <p:spPr bwMode="auto">
            <a:xfrm rot="5400000" flipH="1" flipV="1">
              <a:off x="3682096" y="5464672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62A87B7E-4F30-3F13-942C-4F4FD3097B7A}"/>
                </a:ext>
              </a:extLst>
            </p:cNvPr>
            <p:cNvSpPr/>
            <p:nvPr/>
          </p:nvSpPr>
          <p:spPr bwMode="auto">
            <a:xfrm>
              <a:off x="4583002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BE6F09BD-D86B-DD1C-84CD-D7F23664DF96}"/>
                </a:ext>
              </a:extLst>
            </p:cNvPr>
            <p:cNvSpPr/>
            <p:nvPr/>
          </p:nvSpPr>
          <p:spPr bwMode="auto">
            <a:xfrm>
              <a:off x="3960702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9F07FEDF-268F-8197-EC1A-DF9BA6841D32}"/>
                </a:ext>
              </a:extLst>
            </p:cNvPr>
            <p:cNvCxnSpPr/>
            <p:nvPr/>
          </p:nvCxnSpPr>
          <p:spPr bwMode="auto">
            <a:xfrm>
              <a:off x="4224227" y="5313066"/>
              <a:ext cx="382588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6DE97636-BA35-F108-DE3F-FD8F22A05910}"/>
                </a:ext>
              </a:extLst>
            </p:cNvPr>
            <p:cNvCxnSpPr/>
            <p:nvPr/>
          </p:nvCxnSpPr>
          <p:spPr bwMode="auto">
            <a:xfrm rot="5400000">
              <a:off x="4760009" y="5540872"/>
              <a:ext cx="4572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D8A040B6-1366-11DD-454F-A2640D3DF647}"/>
                </a:ext>
              </a:extLst>
            </p:cNvPr>
            <p:cNvSpPr/>
            <p:nvPr/>
          </p:nvSpPr>
          <p:spPr bwMode="auto">
            <a:xfrm>
              <a:off x="4579827" y="5292428"/>
              <a:ext cx="46038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42B92703-8802-729C-AFFC-D36E6A954668}"/>
                </a:ext>
              </a:extLst>
            </p:cNvPr>
            <p:cNvSpPr/>
            <p:nvPr/>
          </p:nvSpPr>
          <p:spPr bwMode="auto">
            <a:xfrm>
              <a:off x="4583002" y="4908253"/>
              <a:ext cx="46038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5" name="TextBox 397">
              <a:extLst>
                <a:ext uri="{FF2B5EF4-FFF2-40B4-BE49-F238E27FC236}">
                  <a16:creationId xmlns:a16="http://schemas.microsoft.com/office/drawing/2014/main" id="{C6A09495-2780-65B0-DD01-983D3221B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077" y="4705053"/>
              <a:ext cx="1643063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 i="1"/>
                <a:t>100kHz 15vpp square wave</a:t>
              </a:r>
            </a:p>
          </p:txBody>
        </p: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ED9B7718-3540-A136-0309-733C25980A68}"/>
                </a:ext>
              </a:extLst>
            </p:cNvPr>
            <p:cNvCxnSpPr/>
            <p:nvPr/>
          </p:nvCxnSpPr>
          <p:spPr bwMode="auto">
            <a:xfrm rot="5400000">
              <a:off x="4150409" y="5236072"/>
              <a:ext cx="1524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7" name="Group 413">
              <a:extLst>
                <a:ext uri="{FF2B5EF4-FFF2-40B4-BE49-F238E27FC236}">
                  <a16:creationId xmlns:a16="http://schemas.microsoft.com/office/drawing/2014/main" id="{46183902-A339-AB5B-20F9-4F0D501139D2}"/>
                </a:ext>
              </a:extLst>
            </p:cNvPr>
            <p:cNvGrpSpPr/>
            <p:nvPr/>
          </p:nvGrpSpPr>
          <p:grpSpPr bwMode="auto">
            <a:xfrm>
              <a:off x="4987818" y="5235278"/>
              <a:ext cx="228600" cy="153194"/>
              <a:chOff x="4114800" y="1905000"/>
              <a:chExt cx="228600" cy="153194"/>
            </a:xfrm>
            <a:solidFill>
              <a:schemeClr val="tx1"/>
            </a:solidFill>
          </p:grpSpPr>
          <p:cxnSp>
            <p:nvCxnSpPr>
              <p:cNvPr id="979" name="Straight Connector 978">
                <a:extLst>
                  <a:ext uri="{FF2B5EF4-FFF2-40B4-BE49-F238E27FC236}">
                    <a16:creationId xmlns:a16="http://schemas.microsoft.com/office/drawing/2014/main" id="{2215462D-B5ED-A1B9-D65B-4B89CD1717B0}"/>
                  </a:ext>
                </a:extLst>
              </p:cNvPr>
              <p:cNvCxnSpPr/>
              <p:nvPr/>
            </p:nvCxnSpPr>
            <p:spPr>
              <a:xfrm rot="5400000" flipH="1" flipV="1">
                <a:off x="4191000" y="1981200"/>
                <a:ext cx="76200" cy="762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0" name="Straight Connector 979">
                <a:extLst>
                  <a:ext uri="{FF2B5EF4-FFF2-40B4-BE49-F238E27FC236}">
                    <a16:creationId xmlns:a16="http://schemas.microsoft.com/office/drawing/2014/main" id="{AC79F901-30A1-6F20-B09D-B4804473CCE3}"/>
                  </a:ext>
                </a:extLst>
              </p:cNvPr>
              <p:cNvCxnSpPr/>
              <p:nvPr/>
            </p:nvCxnSpPr>
            <p:spPr>
              <a:xfrm rot="16200000" flipH="1">
                <a:off x="4191000" y="1905000"/>
                <a:ext cx="76200" cy="762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1" name="Straight Connector 980">
                <a:extLst>
                  <a:ext uri="{FF2B5EF4-FFF2-40B4-BE49-F238E27FC236}">
                    <a16:creationId xmlns:a16="http://schemas.microsoft.com/office/drawing/2014/main" id="{54545F6B-926B-D04F-DC3F-A3EDEE64E5A1}"/>
                  </a:ext>
                </a:extLst>
              </p:cNvPr>
              <p:cNvCxnSpPr/>
              <p:nvPr/>
            </p:nvCxnSpPr>
            <p:spPr>
              <a:xfrm>
                <a:off x="4114800" y="19812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2" name="Straight Connector 981">
                <a:extLst>
                  <a:ext uri="{FF2B5EF4-FFF2-40B4-BE49-F238E27FC236}">
                    <a16:creationId xmlns:a16="http://schemas.microsoft.com/office/drawing/2014/main" id="{0C363F63-67E0-2B07-2132-66599C0BD81A}"/>
                  </a:ext>
                </a:extLst>
              </p:cNvPr>
              <p:cNvCxnSpPr/>
              <p:nvPr/>
            </p:nvCxnSpPr>
            <p:spPr>
              <a:xfrm rot="5400000" flipH="1" flipV="1">
                <a:off x="4115594" y="1981200"/>
                <a:ext cx="151606" cy="79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3" name="Straight Connector 982">
                <a:extLst>
                  <a:ext uri="{FF2B5EF4-FFF2-40B4-BE49-F238E27FC236}">
                    <a16:creationId xmlns:a16="http://schemas.microsoft.com/office/drawing/2014/main" id="{85B3981F-5E8F-3E6C-E913-3D1EF8E9BBE1}"/>
                  </a:ext>
                </a:extLst>
              </p:cNvPr>
              <p:cNvCxnSpPr/>
              <p:nvPr/>
            </p:nvCxnSpPr>
            <p:spPr>
              <a:xfrm rot="5400000" flipH="1" flipV="1">
                <a:off x="4191000" y="1981200"/>
                <a:ext cx="153194" cy="79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Straight Connector 983">
                <a:extLst>
                  <a:ext uri="{FF2B5EF4-FFF2-40B4-BE49-F238E27FC236}">
                    <a16:creationId xmlns:a16="http://schemas.microsoft.com/office/drawing/2014/main" id="{F4CA8908-F803-8F99-E785-661AD42CA722}"/>
                  </a:ext>
                </a:extLst>
              </p:cNvPr>
              <p:cNvCxnSpPr/>
              <p:nvPr/>
            </p:nvCxnSpPr>
            <p:spPr>
              <a:xfrm>
                <a:off x="4267994" y="1981200"/>
                <a:ext cx="75406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8" name="Group 446">
              <a:extLst>
                <a:ext uri="{FF2B5EF4-FFF2-40B4-BE49-F238E27FC236}">
                  <a16:creationId xmlns:a16="http://schemas.microsoft.com/office/drawing/2014/main" id="{0A99040F-4221-FC99-1462-2CAE597EC6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415" y="5236866"/>
              <a:ext cx="228600" cy="152400"/>
              <a:chOff x="4114800" y="1905000"/>
              <a:chExt cx="228600" cy="153194"/>
            </a:xfrm>
          </p:grpSpPr>
          <p:cxnSp>
            <p:nvCxnSpPr>
              <p:cNvPr id="973" name="Straight Connector 972">
                <a:extLst>
                  <a:ext uri="{FF2B5EF4-FFF2-40B4-BE49-F238E27FC236}">
                    <a16:creationId xmlns:a16="http://schemas.microsoft.com/office/drawing/2014/main" id="{78B44AB0-DC65-08BA-24C9-71542052E59D}"/>
                  </a:ext>
                </a:extLst>
              </p:cNvPr>
              <p:cNvCxnSpPr/>
              <p:nvPr/>
            </p:nvCxnSpPr>
            <p:spPr>
              <a:xfrm rot="5400000" flipH="1" flipV="1">
                <a:off x="4190802" y="1981796"/>
                <a:ext cx="76597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4" name="Straight Connector 973">
                <a:extLst>
                  <a:ext uri="{FF2B5EF4-FFF2-40B4-BE49-F238E27FC236}">
                    <a16:creationId xmlns:a16="http://schemas.microsoft.com/office/drawing/2014/main" id="{82FF1DBD-8DD6-052A-C61F-79205F86FB39}"/>
                  </a:ext>
                </a:extLst>
              </p:cNvPr>
              <p:cNvCxnSpPr/>
              <p:nvPr/>
            </p:nvCxnSpPr>
            <p:spPr>
              <a:xfrm rot="16200000" flipH="1">
                <a:off x="4190802" y="1905199"/>
                <a:ext cx="76597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5" name="Straight Connector 974">
                <a:extLst>
                  <a:ext uri="{FF2B5EF4-FFF2-40B4-BE49-F238E27FC236}">
                    <a16:creationId xmlns:a16="http://schemas.microsoft.com/office/drawing/2014/main" id="{6967C5CF-4C67-A29E-734A-37F4146880CF}"/>
                  </a:ext>
                </a:extLst>
              </p:cNvPr>
              <p:cNvCxnSpPr/>
              <p:nvPr/>
            </p:nvCxnSpPr>
            <p:spPr>
              <a:xfrm>
                <a:off x="4114800" y="1981597"/>
                <a:ext cx="76200" cy="15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6" name="Straight Connector 975">
                <a:extLst>
                  <a:ext uri="{FF2B5EF4-FFF2-40B4-BE49-F238E27FC236}">
                    <a16:creationId xmlns:a16="http://schemas.microsoft.com/office/drawing/2014/main" id="{06E0E469-3BEC-EB37-8CA2-C064ECA4F30D}"/>
                  </a:ext>
                </a:extLst>
              </p:cNvPr>
              <p:cNvCxnSpPr/>
              <p:nvPr/>
            </p:nvCxnSpPr>
            <p:spPr>
              <a:xfrm rot="5400000" flipH="1" flipV="1">
                <a:off x="4115197" y="1980803"/>
                <a:ext cx="153194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7" name="Straight Connector 976">
                <a:extLst>
                  <a:ext uri="{FF2B5EF4-FFF2-40B4-BE49-F238E27FC236}">
                    <a16:creationId xmlns:a16="http://schemas.microsoft.com/office/drawing/2014/main" id="{6A695008-F576-32EB-A32B-82F803826931}"/>
                  </a:ext>
                </a:extLst>
              </p:cNvPr>
              <p:cNvCxnSpPr/>
              <p:nvPr/>
            </p:nvCxnSpPr>
            <p:spPr>
              <a:xfrm rot="5400000" flipH="1" flipV="1">
                <a:off x="4191397" y="1980803"/>
                <a:ext cx="153194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8" name="Straight Connector 977">
                <a:extLst>
                  <a:ext uri="{FF2B5EF4-FFF2-40B4-BE49-F238E27FC236}">
                    <a16:creationId xmlns:a16="http://schemas.microsoft.com/office/drawing/2014/main" id="{11D6E4A7-A62B-C9BC-F8DE-A7C10F2A6B71}"/>
                  </a:ext>
                </a:extLst>
              </p:cNvPr>
              <p:cNvCxnSpPr/>
              <p:nvPr/>
            </p:nvCxnSpPr>
            <p:spPr>
              <a:xfrm>
                <a:off x="4268787" y="1981597"/>
                <a:ext cx="74613" cy="15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9" name="Group 456">
              <a:extLst>
                <a:ext uri="{FF2B5EF4-FFF2-40B4-BE49-F238E27FC236}">
                  <a16:creationId xmlns:a16="http://schemas.microsoft.com/office/drawing/2014/main" id="{D394821F-1AC8-BBF5-76E2-DD1D1D110D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0215" y="4932066"/>
              <a:ext cx="152400" cy="381000"/>
              <a:chOff x="4648200" y="3580606"/>
              <a:chExt cx="152400" cy="381794"/>
            </a:xfrm>
          </p:grpSpPr>
          <p:grpSp>
            <p:nvGrpSpPr>
              <p:cNvPr id="967" name="Group 436">
                <a:extLst>
                  <a:ext uri="{FF2B5EF4-FFF2-40B4-BE49-F238E27FC236}">
                    <a16:creationId xmlns:a16="http://schemas.microsoft.com/office/drawing/2014/main" id="{1E47A486-605D-636D-18D2-C55945B90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4572000" y="3656806"/>
                <a:ext cx="304800" cy="152400"/>
                <a:chOff x="3962400" y="1219994"/>
                <a:chExt cx="533400" cy="304800"/>
              </a:xfrm>
            </p:grpSpPr>
            <p:cxnSp>
              <p:nvCxnSpPr>
                <p:cNvPr id="969" name="Straight Connector 968">
                  <a:extLst>
                    <a:ext uri="{FF2B5EF4-FFF2-40B4-BE49-F238E27FC236}">
                      <a16:creationId xmlns:a16="http://schemas.microsoft.com/office/drawing/2014/main" id="{0DF0CD3B-CC7E-7033-ECEE-B1CAA88A7080}"/>
                    </a:ext>
                  </a:extLst>
                </p:cNvPr>
                <p:cNvCxnSpPr/>
                <p:nvPr/>
              </p:nvCxnSpPr>
              <p:spPr>
                <a:xfrm>
                  <a:off x="3961287" y="1369217"/>
                  <a:ext cx="228281" cy="317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EFF83B81-B68A-77B6-E681-FAA2D5B5247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60833" y="1371002"/>
                  <a:ext cx="304800" cy="278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4F2BDB28-5606-040E-623E-1E4EBE5C2CF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35999" y="1371002"/>
                  <a:ext cx="304800" cy="278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2" name="Straight Connector 971">
                  <a:extLst>
                    <a:ext uri="{FF2B5EF4-FFF2-40B4-BE49-F238E27FC236}">
                      <a16:creationId xmlns:a16="http://schemas.microsoft.com/office/drawing/2014/main" id="{59D78A2F-0A0E-8D68-8B41-0D7D41E4B414}"/>
                    </a:ext>
                  </a:extLst>
                </p:cNvPr>
                <p:cNvCxnSpPr/>
                <p:nvPr/>
              </p:nvCxnSpPr>
              <p:spPr>
                <a:xfrm>
                  <a:off x="4267518" y="1369217"/>
                  <a:ext cx="228281" cy="317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68" name="Straight Connector 967">
                <a:extLst>
                  <a:ext uri="{FF2B5EF4-FFF2-40B4-BE49-F238E27FC236}">
                    <a16:creationId xmlns:a16="http://schemas.microsoft.com/office/drawing/2014/main" id="{03E73525-949E-6118-A6E3-1BC6E3141598}"/>
                  </a:ext>
                </a:extLst>
              </p:cNvPr>
              <p:cNvCxnSpPr/>
              <p:nvPr/>
            </p:nvCxnSpPr>
            <p:spPr>
              <a:xfrm rot="5400000" flipH="1" flipV="1">
                <a:off x="4685427" y="3923427"/>
                <a:ext cx="76359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Group 496">
              <a:extLst>
                <a:ext uri="{FF2B5EF4-FFF2-40B4-BE49-F238E27FC236}">
                  <a16:creationId xmlns:a16="http://schemas.microsoft.com/office/drawing/2014/main" id="{F0E9DAB1-BD41-04EE-FBE3-7B53B2989B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3577" y="5324178"/>
              <a:ext cx="152400" cy="457200"/>
              <a:chOff x="3581400" y="2362201"/>
              <a:chExt cx="152400" cy="457199"/>
            </a:xfrm>
          </p:grpSpPr>
          <p:grpSp>
            <p:nvGrpSpPr>
              <p:cNvPr id="960" name="Group 441">
                <a:extLst>
                  <a:ext uri="{FF2B5EF4-FFF2-40B4-BE49-F238E27FC236}">
                    <a16:creationId xmlns:a16="http://schemas.microsoft.com/office/drawing/2014/main" id="{8BA2F137-F22C-8A24-76B8-6D5F3A4172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3505199" y="2514599"/>
                <a:ext cx="304801" cy="152400"/>
                <a:chOff x="3962400" y="1219994"/>
                <a:chExt cx="533400" cy="304800"/>
              </a:xfrm>
            </p:grpSpPr>
            <p:cxnSp>
              <p:nvCxnSpPr>
                <p:cNvPr id="963" name="Straight Connector 962">
                  <a:extLst>
                    <a:ext uri="{FF2B5EF4-FFF2-40B4-BE49-F238E27FC236}">
                      <a16:creationId xmlns:a16="http://schemas.microsoft.com/office/drawing/2014/main" id="{55EA321C-EA5C-DB9A-2E72-DCDCC68354B5}"/>
                    </a:ext>
                  </a:extLst>
                </p:cNvPr>
                <p:cNvCxnSpPr/>
                <p:nvPr/>
              </p:nvCxnSpPr>
              <p:spPr>
                <a:xfrm>
                  <a:off x="3962398" y="1369220"/>
                  <a:ext cx="227805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E69489FA-ED18-733D-45B3-66CD4FAB3B8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61416" y="1371005"/>
                  <a:ext cx="304800" cy="27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5" name="Straight Connector 964">
                  <a:extLst>
                    <a:ext uri="{FF2B5EF4-FFF2-40B4-BE49-F238E27FC236}">
                      <a16:creationId xmlns:a16="http://schemas.microsoft.com/office/drawing/2014/main" id="{8CF0747D-DFC2-3B7A-80AB-FECBF0FF43B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36425" y="1371005"/>
                  <a:ext cx="304800" cy="277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6" name="Straight Connector 965">
                  <a:extLst>
                    <a:ext uri="{FF2B5EF4-FFF2-40B4-BE49-F238E27FC236}">
                      <a16:creationId xmlns:a16="http://schemas.microsoft.com/office/drawing/2014/main" id="{04A7000A-A138-0E06-3296-ED835D5E7F87}"/>
                    </a:ext>
                  </a:extLst>
                </p:cNvPr>
                <p:cNvCxnSpPr/>
                <p:nvPr/>
              </p:nvCxnSpPr>
              <p:spPr>
                <a:xfrm>
                  <a:off x="4267990" y="1369220"/>
                  <a:ext cx="227805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2105B2FD-3F6A-3E26-FC9B-B5F2D38013A6}"/>
                  </a:ext>
                </a:extLst>
              </p:cNvPr>
              <p:cNvCxnSpPr/>
              <p:nvPr/>
            </p:nvCxnSpPr>
            <p:spPr bwMode="auto">
              <a:xfrm rot="5400000" flipH="1" flipV="1">
                <a:off x="3620294" y="2780506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2" name="Straight Connector 961">
                <a:extLst>
                  <a:ext uri="{FF2B5EF4-FFF2-40B4-BE49-F238E27FC236}">
                    <a16:creationId xmlns:a16="http://schemas.microsoft.com/office/drawing/2014/main" id="{62749682-FABB-2C53-B24A-C3D78503F6B1}"/>
                  </a:ext>
                </a:extLst>
              </p:cNvPr>
              <p:cNvCxnSpPr/>
              <p:nvPr/>
            </p:nvCxnSpPr>
            <p:spPr bwMode="auto">
              <a:xfrm rot="5400000">
                <a:off x="3620294" y="2399507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3EC5C4A1-36F1-3EFE-FAF3-98DD34022D08}"/>
                </a:ext>
              </a:extLst>
            </p:cNvPr>
            <p:cNvSpPr/>
            <p:nvPr/>
          </p:nvSpPr>
          <p:spPr bwMode="auto">
            <a:xfrm>
              <a:off x="5192602" y="4908253"/>
              <a:ext cx="46038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A868FD48-FFD3-5164-F37E-B1807576E374}"/>
                </a:ext>
              </a:extLst>
            </p:cNvPr>
            <p:cNvSpPr/>
            <p:nvPr/>
          </p:nvSpPr>
          <p:spPr bwMode="auto">
            <a:xfrm>
              <a:off x="4965590" y="5746453"/>
              <a:ext cx="46037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73239D5E-764D-9091-F0F3-C99ACE7BAB36}"/>
                </a:ext>
              </a:extLst>
            </p:cNvPr>
            <p:cNvSpPr/>
            <p:nvPr/>
          </p:nvSpPr>
          <p:spPr bwMode="auto">
            <a:xfrm>
              <a:off x="5192602" y="52908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695C3D44-94C1-4F91-CD7A-DF8875FFFED9}"/>
                </a:ext>
              </a:extLst>
            </p:cNvPr>
            <p:cNvSpPr/>
            <p:nvPr/>
          </p:nvSpPr>
          <p:spPr bwMode="auto">
            <a:xfrm>
              <a:off x="5424377" y="5287666"/>
              <a:ext cx="44450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47CC27AB-ACBE-6046-F350-E747F21CDA02}"/>
                </a:ext>
              </a:extLst>
            </p:cNvPr>
            <p:cNvSpPr/>
            <p:nvPr/>
          </p:nvSpPr>
          <p:spPr bwMode="auto">
            <a:xfrm>
              <a:off x="5878402" y="57480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F156033B-9789-2FD1-56BA-88A02DD3B7E1}"/>
                </a:ext>
              </a:extLst>
            </p:cNvPr>
            <p:cNvCxnSpPr/>
            <p:nvPr/>
          </p:nvCxnSpPr>
          <p:spPr bwMode="auto">
            <a:xfrm rot="5400000" flipH="1" flipV="1">
              <a:off x="5521215" y="5311478"/>
              <a:ext cx="76200" cy="7620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FA18A626-1259-1711-A554-B3C3C7EBA241}"/>
                </a:ext>
              </a:extLst>
            </p:cNvPr>
            <p:cNvCxnSpPr/>
            <p:nvPr/>
          </p:nvCxnSpPr>
          <p:spPr bwMode="auto">
            <a:xfrm rot="16200000" flipH="1">
              <a:off x="5521215" y="5235278"/>
              <a:ext cx="76200" cy="7620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58D361FF-1D20-87C6-901F-9C6E49D37076}"/>
                </a:ext>
              </a:extLst>
            </p:cNvPr>
            <p:cNvCxnSpPr/>
            <p:nvPr/>
          </p:nvCxnSpPr>
          <p:spPr bwMode="auto">
            <a:xfrm>
              <a:off x="5445015" y="5311478"/>
              <a:ext cx="76200" cy="1588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386D7A41-D454-8F3A-DE32-78D1A4AC0502}"/>
                </a:ext>
              </a:extLst>
            </p:cNvPr>
            <p:cNvCxnSpPr/>
            <p:nvPr/>
          </p:nvCxnSpPr>
          <p:spPr bwMode="auto">
            <a:xfrm rot="5400000" flipH="1" flipV="1">
              <a:off x="5446603" y="5311478"/>
              <a:ext cx="150812" cy="1587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0E59B419-BBB4-01F3-08FF-5EAB8A123036}"/>
                </a:ext>
              </a:extLst>
            </p:cNvPr>
            <p:cNvCxnSpPr/>
            <p:nvPr/>
          </p:nvCxnSpPr>
          <p:spPr bwMode="auto">
            <a:xfrm rot="5400000" flipH="1" flipV="1">
              <a:off x="5521215" y="5311478"/>
              <a:ext cx="153988" cy="1587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99CF1B3D-B7B9-FBBE-0773-3F3D899C65E0}"/>
                </a:ext>
              </a:extLst>
            </p:cNvPr>
            <p:cNvCxnSpPr/>
            <p:nvPr/>
          </p:nvCxnSpPr>
          <p:spPr bwMode="auto">
            <a:xfrm>
              <a:off x="5599002" y="5311478"/>
              <a:ext cx="74613" cy="1588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2" name="Group 474">
              <a:extLst>
                <a:ext uri="{FF2B5EF4-FFF2-40B4-BE49-F238E27FC236}">
                  <a16:creationId xmlns:a16="http://schemas.microsoft.com/office/drawing/2014/main" id="{DE4BBD26-527B-D61F-F003-E6905EF571EA}"/>
                </a:ext>
              </a:extLst>
            </p:cNvPr>
            <p:cNvGrpSpPr/>
            <p:nvPr/>
          </p:nvGrpSpPr>
          <p:grpSpPr bwMode="auto">
            <a:xfrm rot="16200000">
              <a:off x="5749818" y="5464674"/>
              <a:ext cx="304801" cy="152400"/>
              <a:chOff x="3962400" y="1219994"/>
              <a:chExt cx="533400" cy="304800"/>
            </a:xfrm>
            <a:solidFill>
              <a:schemeClr val="tx1"/>
            </a:solidFill>
          </p:grpSpPr>
          <p:cxnSp>
            <p:nvCxnSpPr>
              <p:cNvPr id="956" name="Straight Connector 955">
                <a:extLst>
                  <a:ext uri="{FF2B5EF4-FFF2-40B4-BE49-F238E27FC236}">
                    <a16:creationId xmlns:a16="http://schemas.microsoft.com/office/drawing/2014/main" id="{2C37191E-022B-1E02-2DA3-7F8021E5DAF9}"/>
                  </a:ext>
                </a:extLst>
              </p:cNvPr>
              <p:cNvCxnSpPr/>
              <p:nvPr/>
            </p:nvCxnSpPr>
            <p:spPr>
              <a:xfrm>
                <a:off x="3962400" y="1370806"/>
                <a:ext cx="2286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" name="Straight Connector 956">
                <a:extLst>
                  <a:ext uri="{FF2B5EF4-FFF2-40B4-BE49-F238E27FC236}">
                    <a16:creationId xmlns:a16="http://schemas.microsoft.com/office/drawing/2014/main" id="{95A9D5F6-5FB9-E4B3-8D43-E1683FD8CD62}"/>
                  </a:ext>
                </a:extLst>
              </p:cNvPr>
              <p:cNvCxnSpPr/>
              <p:nvPr/>
            </p:nvCxnSpPr>
            <p:spPr>
              <a:xfrm rot="5400000" flipH="1" flipV="1">
                <a:off x="4038600" y="1371600"/>
                <a:ext cx="3048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3EDD1DD0-01B6-BFAD-E2A4-A6E1EF64C8BD}"/>
                  </a:ext>
                </a:extLst>
              </p:cNvPr>
              <p:cNvCxnSpPr/>
              <p:nvPr/>
            </p:nvCxnSpPr>
            <p:spPr>
              <a:xfrm rot="5400000" flipH="1" flipV="1">
                <a:off x="4114800" y="1371600"/>
                <a:ext cx="3048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9" name="Straight Connector 958">
                <a:extLst>
                  <a:ext uri="{FF2B5EF4-FFF2-40B4-BE49-F238E27FC236}">
                    <a16:creationId xmlns:a16="http://schemas.microsoft.com/office/drawing/2014/main" id="{3CC23F4C-BD04-AD68-C1ED-171BF4DBDF83}"/>
                  </a:ext>
                </a:extLst>
              </p:cNvPr>
              <p:cNvCxnSpPr/>
              <p:nvPr/>
            </p:nvCxnSpPr>
            <p:spPr>
              <a:xfrm>
                <a:off x="4267200" y="1370806"/>
                <a:ext cx="2286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3" name="Group 479">
              <a:extLst>
                <a:ext uri="{FF2B5EF4-FFF2-40B4-BE49-F238E27FC236}">
                  <a16:creationId xmlns:a16="http://schemas.microsoft.com/office/drawing/2014/main" id="{E786E9B5-602F-27A8-BB02-CE973B0FB5C1}"/>
                </a:ext>
              </a:extLst>
            </p:cNvPr>
            <p:cNvGrpSpPr/>
            <p:nvPr/>
          </p:nvGrpSpPr>
          <p:grpSpPr bwMode="auto">
            <a:xfrm>
              <a:off x="5673618" y="5236072"/>
              <a:ext cx="228600" cy="153194"/>
              <a:chOff x="4114800" y="1905000"/>
              <a:chExt cx="228600" cy="153194"/>
            </a:xfrm>
            <a:solidFill>
              <a:schemeClr val="tx1"/>
            </a:solidFill>
          </p:grpSpPr>
          <p:cxnSp>
            <p:nvCxnSpPr>
              <p:cNvPr id="950" name="Straight Connector 949">
                <a:extLst>
                  <a:ext uri="{FF2B5EF4-FFF2-40B4-BE49-F238E27FC236}">
                    <a16:creationId xmlns:a16="http://schemas.microsoft.com/office/drawing/2014/main" id="{C9577419-5B08-049F-4FD6-6DAFBF0422DF}"/>
                  </a:ext>
                </a:extLst>
              </p:cNvPr>
              <p:cNvCxnSpPr/>
              <p:nvPr/>
            </p:nvCxnSpPr>
            <p:spPr>
              <a:xfrm rot="5400000" flipH="1" flipV="1">
                <a:off x="4191000" y="1981200"/>
                <a:ext cx="76200" cy="762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1" name="Straight Connector 950">
                <a:extLst>
                  <a:ext uri="{FF2B5EF4-FFF2-40B4-BE49-F238E27FC236}">
                    <a16:creationId xmlns:a16="http://schemas.microsoft.com/office/drawing/2014/main" id="{02222C7D-069E-732B-8C98-64845B3B9EB2}"/>
                  </a:ext>
                </a:extLst>
              </p:cNvPr>
              <p:cNvCxnSpPr/>
              <p:nvPr/>
            </p:nvCxnSpPr>
            <p:spPr>
              <a:xfrm rot="16200000" flipH="1">
                <a:off x="4191000" y="1905000"/>
                <a:ext cx="76200" cy="762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Straight Connector 951">
                <a:extLst>
                  <a:ext uri="{FF2B5EF4-FFF2-40B4-BE49-F238E27FC236}">
                    <a16:creationId xmlns:a16="http://schemas.microsoft.com/office/drawing/2014/main" id="{6F4B2074-7F1E-F89F-2623-CC2075CC2F46}"/>
                  </a:ext>
                </a:extLst>
              </p:cNvPr>
              <p:cNvCxnSpPr/>
              <p:nvPr/>
            </p:nvCxnSpPr>
            <p:spPr>
              <a:xfrm>
                <a:off x="4114800" y="19812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>
                <a:extLst>
                  <a:ext uri="{FF2B5EF4-FFF2-40B4-BE49-F238E27FC236}">
                    <a16:creationId xmlns:a16="http://schemas.microsoft.com/office/drawing/2014/main" id="{E626C64A-00DF-66B7-4C4D-DF9AE066DCC2}"/>
                  </a:ext>
                </a:extLst>
              </p:cNvPr>
              <p:cNvCxnSpPr/>
              <p:nvPr/>
            </p:nvCxnSpPr>
            <p:spPr>
              <a:xfrm rot="5400000" flipH="1" flipV="1">
                <a:off x="4115594" y="1981200"/>
                <a:ext cx="151606" cy="79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>
                <a:extLst>
                  <a:ext uri="{FF2B5EF4-FFF2-40B4-BE49-F238E27FC236}">
                    <a16:creationId xmlns:a16="http://schemas.microsoft.com/office/drawing/2014/main" id="{13018538-D340-BAFA-4E83-CC6A6E0025CC}"/>
                  </a:ext>
                </a:extLst>
              </p:cNvPr>
              <p:cNvCxnSpPr/>
              <p:nvPr/>
            </p:nvCxnSpPr>
            <p:spPr>
              <a:xfrm rot="5400000" flipH="1" flipV="1">
                <a:off x="4191000" y="1981200"/>
                <a:ext cx="153194" cy="794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Straight Connector 954">
                <a:extLst>
                  <a:ext uri="{FF2B5EF4-FFF2-40B4-BE49-F238E27FC236}">
                    <a16:creationId xmlns:a16="http://schemas.microsoft.com/office/drawing/2014/main" id="{496C279C-2D83-2763-F424-5F88CA3A14DB}"/>
                  </a:ext>
                </a:extLst>
              </p:cNvPr>
              <p:cNvCxnSpPr/>
              <p:nvPr/>
            </p:nvCxnSpPr>
            <p:spPr>
              <a:xfrm>
                <a:off x="4267994" y="1981200"/>
                <a:ext cx="75406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4" name="Group 486">
              <a:extLst>
                <a:ext uri="{FF2B5EF4-FFF2-40B4-BE49-F238E27FC236}">
                  <a16:creationId xmlns:a16="http://schemas.microsoft.com/office/drawing/2014/main" id="{642EC673-FE13-9E6A-6FEF-26D17A2597BC}"/>
                </a:ext>
              </a:extLst>
            </p:cNvPr>
            <p:cNvGrpSpPr/>
            <p:nvPr/>
          </p:nvGrpSpPr>
          <p:grpSpPr bwMode="auto">
            <a:xfrm>
              <a:off x="5597418" y="4931272"/>
              <a:ext cx="152400" cy="381795"/>
              <a:chOff x="4648200" y="3580606"/>
              <a:chExt cx="152400" cy="381794"/>
            </a:xfrm>
            <a:solidFill>
              <a:schemeClr val="tx1"/>
            </a:solidFill>
          </p:grpSpPr>
          <p:grpSp>
            <p:nvGrpSpPr>
              <p:cNvPr id="944" name="Group 436">
                <a:extLst>
                  <a:ext uri="{FF2B5EF4-FFF2-40B4-BE49-F238E27FC236}">
                    <a16:creationId xmlns:a16="http://schemas.microsoft.com/office/drawing/2014/main" id="{D8F1C265-2F33-E28C-27A2-7B43E66A83A8}"/>
                  </a:ext>
                </a:extLst>
              </p:cNvPr>
              <p:cNvGrpSpPr/>
              <p:nvPr/>
            </p:nvGrpSpPr>
            <p:grpSpPr>
              <a:xfrm rot="16200000">
                <a:off x="4572002" y="3656798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946" name="Straight Connector 945">
                  <a:extLst>
                    <a:ext uri="{FF2B5EF4-FFF2-40B4-BE49-F238E27FC236}">
                      <a16:creationId xmlns:a16="http://schemas.microsoft.com/office/drawing/2014/main" id="{7C0F3F56-CC98-979F-8E18-DAD24797AB75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7" name="Straight Connector 946">
                  <a:extLst>
                    <a:ext uri="{FF2B5EF4-FFF2-40B4-BE49-F238E27FC236}">
                      <a16:creationId xmlns:a16="http://schemas.microsoft.com/office/drawing/2014/main" id="{9022224D-C835-F513-CD4D-55EBADCFED85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8" name="Straight Connector 947">
                  <a:extLst>
                    <a:ext uri="{FF2B5EF4-FFF2-40B4-BE49-F238E27FC236}">
                      <a16:creationId xmlns:a16="http://schemas.microsoft.com/office/drawing/2014/main" id="{921403ED-E8C9-52A1-E273-347A2642656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9" name="Straight Connector 948">
                  <a:extLst>
                    <a:ext uri="{FF2B5EF4-FFF2-40B4-BE49-F238E27FC236}">
                      <a16:creationId xmlns:a16="http://schemas.microsoft.com/office/drawing/2014/main" id="{A21AE413-7E35-9A48-AF59-5658C5AC5932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45" name="Straight Connector 944">
                <a:extLst>
                  <a:ext uri="{FF2B5EF4-FFF2-40B4-BE49-F238E27FC236}">
                    <a16:creationId xmlns:a16="http://schemas.microsoft.com/office/drawing/2014/main" id="{7D3A8E18-A465-FD61-B946-00F2F006B280}"/>
                  </a:ext>
                </a:extLst>
              </p:cNvPr>
              <p:cNvCxnSpPr/>
              <p:nvPr/>
            </p:nvCxnSpPr>
            <p:spPr>
              <a:xfrm rot="5400000" flipH="1" flipV="1">
                <a:off x="4684713" y="3923506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229F2080-0784-8610-E274-E352F35EC536}"/>
                </a:ext>
              </a:extLst>
            </p:cNvPr>
            <p:cNvCxnSpPr/>
            <p:nvPr/>
          </p:nvCxnSpPr>
          <p:spPr bwMode="auto">
            <a:xfrm rot="5400000" flipH="1" flipV="1">
              <a:off x="5864909" y="5350372"/>
              <a:ext cx="76200" cy="1587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951FB740-CCFF-6CC1-E337-E4C23A7975ED}"/>
                </a:ext>
              </a:extLst>
            </p:cNvPr>
            <p:cNvCxnSpPr/>
            <p:nvPr/>
          </p:nvCxnSpPr>
          <p:spPr bwMode="auto">
            <a:xfrm rot="5400000">
              <a:off x="5855384" y="5731372"/>
              <a:ext cx="76200" cy="1587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7" name="Oval 636">
              <a:extLst>
                <a:ext uri="{FF2B5EF4-FFF2-40B4-BE49-F238E27FC236}">
                  <a16:creationId xmlns:a16="http://schemas.microsoft.com/office/drawing/2014/main" id="{1440273F-5960-21DB-9D9D-0257A1EA80B6}"/>
                </a:ext>
              </a:extLst>
            </p:cNvPr>
            <p:cNvSpPr/>
            <p:nvPr/>
          </p:nvSpPr>
          <p:spPr bwMode="auto">
            <a:xfrm>
              <a:off x="5649802" y="4908253"/>
              <a:ext cx="46038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0C5038A7-FBF2-8B6D-FA2F-E553840F52CA}"/>
                </a:ext>
              </a:extLst>
            </p:cNvPr>
            <p:cNvSpPr/>
            <p:nvPr/>
          </p:nvSpPr>
          <p:spPr bwMode="auto">
            <a:xfrm>
              <a:off x="5649802" y="5290841"/>
              <a:ext cx="46038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9401F4AF-D875-F035-AC9A-7483BA68822A}"/>
                </a:ext>
              </a:extLst>
            </p:cNvPr>
            <p:cNvSpPr/>
            <p:nvPr/>
          </p:nvSpPr>
          <p:spPr bwMode="auto">
            <a:xfrm>
              <a:off x="5881577" y="5287666"/>
              <a:ext cx="44450" cy="4603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40" name="Group 532">
              <a:extLst>
                <a:ext uri="{FF2B5EF4-FFF2-40B4-BE49-F238E27FC236}">
                  <a16:creationId xmlns:a16="http://schemas.microsoft.com/office/drawing/2014/main" id="{FE2BE203-53DD-FF07-D6C4-72003565F720}"/>
                </a:ext>
              </a:extLst>
            </p:cNvPr>
            <p:cNvGrpSpPr/>
            <p:nvPr/>
          </p:nvGrpSpPr>
          <p:grpSpPr bwMode="auto">
            <a:xfrm>
              <a:off x="5902218" y="4909843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912" name="Oval 911">
                <a:extLst>
                  <a:ext uri="{FF2B5EF4-FFF2-40B4-BE49-F238E27FC236}">
                    <a16:creationId xmlns:a16="http://schemas.microsoft.com/office/drawing/2014/main" id="{1234C9D2-8662-8CFE-9D10-87C9A3083BE1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913" name="Group 467">
                <a:extLst>
                  <a:ext uri="{FF2B5EF4-FFF2-40B4-BE49-F238E27FC236}">
                    <a16:creationId xmlns:a16="http://schemas.microsoft.com/office/drawing/2014/main" id="{FB96F828-5504-08B2-2C7B-11D75E70C9CF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938" name="Straight Connector 937">
                  <a:extLst>
                    <a:ext uri="{FF2B5EF4-FFF2-40B4-BE49-F238E27FC236}">
                      <a16:creationId xmlns:a16="http://schemas.microsoft.com/office/drawing/2014/main" id="{B74E4D55-D7A1-36BE-8484-9219655D424A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9" name="Straight Connector 938">
                  <a:extLst>
                    <a:ext uri="{FF2B5EF4-FFF2-40B4-BE49-F238E27FC236}">
                      <a16:creationId xmlns:a16="http://schemas.microsoft.com/office/drawing/2014/main" id="{873CFB60-D492-74FC-3D69-16CF75757E7D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0" name="Straight Connector 939">
                  <a:extLst>
                    <a:ext uri="{FF2B5EF4-FFF2-40B4-BE49-F238E27FC236}">
                      <a16:creationId xmlns:a16="http://schemas.microsoft.com/office/drawing/2014/main" id="{74366F13-16CA-E951-ABBF-E10A48B482F4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1" name="Straight Connector 940">
                  <a:extLst>
                    <a:ext uri="{FF2B5EF4-FFF2-40B4-BE49-F238E27FC236}">
                      <a16:creationId xmlns:a16="http://schemas.microsoft.com/office/drawing/2014/main" id="{57812F54-579E-9A33-53C1-EA5E7279078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2" name="Straight Connector 941">
                  <a:extLst>
                    <a:ext uri="{FF2B5EF4-FFF2-40B4-BE49-F238E27FC236}">
                      <a16:creationId xmlns:a16="http://schemas.microsoft.com/office/drawing/2014/main" id="{682E8888-4876-7BBF-C744-47B89DF7A8ED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3" name="Straight Connector 942">
                  <a:extLst>
                    <a:ext uri="{FF2B5EF4-FFF2-40B4-BE49-F238E27FC236}">
                      <a16:creationId xmlns:a16="http://schemas.microsoft.com/office/drawing/2014/main" id="{A8E7B395-40E5-FC02-EAC0-CB0242AC71CE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4" name="Group 474">
                <a:extLst>
                  <a:ext uri="{FF2B5EF4-FFF2-40B4-BE49-F238E27FC236}">
                    <a16:creationId xmlns:a16="http://schemas.microsoft.com/office/drawing/2014/main" id="{812F6F3A-6797-E980-0BCC-693CD3B723B2}"/>
                  </a:ext>
                </a:extLst>
              </p:cNvPr>
              <p:cNvGrpSpPr/>
              <p:nvPr/>
            </p:nvGrpSpPr>
            <p:grpSpPr>
              <a:xfrm rot="16200000">
                <a:off x="5181602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934" name="Straight Connector 933">
                  <a:extLst>
                    <a:ext uri="{FF2B5EF4-FFF2-40B4-BE49-F238E27FC236}">
                      <a16:creationId xmlns:a16="http://schemas.microsoft.com/office/drawing/2014/main" id="{EEA68D55-5195-EB2A-A503-B1C116E807BE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Straight Connector 934">
                  <a:extLst>
                    <a:ext uri="{FF2B5EF4-FFF2-40B4-BE49-F238E27FC236}">
                      <a16:creationId xmlns:a16="http://schemas.microsoft.com/office/drawing/2014/main" id="{928C9FEE-5F61-CD8A-AAA8-68354E0052D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6" name="Straight Connector 935">
                  <a:extLst>
                    <a:ext uri="{FF2B5EF4-FFF2-40B4-BE49-F238E27FC236}">
                      <a16:creationId xmlns:a16="http://schemas.microsoft.com/office/drawing/2014/main" id="{AB9A29DF-0E44-5593-BBE7-4F301CDA6845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Connector 936">
                  <a:extLst>
                    <a:ext uri="{FF2B5EF4-FFF2-40B4-BE49-F238E27FC236}">
                      <a16:creationId xmlns:a16="http://schemas.microsoft.com/office/drawing/2014/main" id="{347BAF4C-9BEC-8CC2-DAE6-82905FEE0254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5" name="Group 479">
                <a:extLst>
                  <a:ext uri="{FF2B5EF4-FFF2-40B4-BE49-F238E27FC236}">
                    <a16:creationId xmlns:a16="http://schemas.microsoft.com/office/drawing/2014/main" id="{88EB5988-C651-4582-CE7B-E5643A454BC9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928" name="Straight Connector 927">
                  <a:extLst>
                    <a:ext uri="{FF2B5EF4-FFF2-40B4-BE49-F238E27FC236}">
                      <a16:creationId xmlns:a16="http://schemas.microsoft.com/office/drawing/2014/main" id="{BA33FD15-9EA8-1FF3-BDA7-C21B0AF8ABB3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Straight Connector 928">
                  <a:extLst>
                    <a:ext uri="{FF2B5EF4-FFF2-40B4-BE49-F238E27FC236}">
                      <a16:creationId xmlns:a16="http://schemas.microsoft.com/office/drawing/2014/main" id="{0815FFB2-DCA8-BBBE-AA14-A74415F76EA9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0" name="Straight Connector 929">
                  <a:extLst>
                    <a:ext uri="{FF2B5EF4-FFF2-40B4-BE49-F238E27FC236}">
                      <a16:creationId xmlns:a16="http://schemas.microsoft.com/office/drawing/2014/main" id="{F21AE881-9520-BA12-09DC-BD8365FCE6A2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1" name="Straight Connector 930">
                  <a:extLst>
                    <a:ext uri="{FF2B5EF4-FFF2-40B4-BE49-F238E27FC236}">
                      <a16:creationId xmlns:a16="http://schemas.microsoft.com/office/drawing/2014/main" id="{86E12249-129A-A409-CFF1-7CCE83DBC6CD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2" name="Straight Connector 931">
                  <a:extLst>
                    <a:ext uri="{FF2B5EF4-FFF2-40B4-BE49-F238E27FC236}">
                      <a16:creationId xmlns:a16="http://schemas.microsoft.com/office/drawing/2014/main" id="{B7146CB1-D346-4496-05D3-15DF26E55E9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3" name="Straight Connector 932">
                  <a:extLst>
                    <a:ext uri="{FF2B5EF4-FFF2-40B4-BE49-F238E27FC236}">
                      <a16:creationId xmlns:a16="http://schemas.microsoft.com/office/drawing/2014/main" id="{00A6C77E-C6B3-60F1-E9FE-2FB5EA46448A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6" name="Group 486">
                <a:extLst>
                  <a:ext uri="{FF2B5EF4-FFF2-40B4-BE49-F238E27FC236}">
                    <a16:creationId xmlns:a16="http://schemas.microsoft.com/office/drawing/2014/main" id="{0D94C4C5-DBAD-DE26-7A98-C9B543FA3093}"/>
                  </a:ext>
                </a:extLst>
              </p:cNvPr>
              <p:cNvGrpSpPr/>
              <p:nvPr/>
            </p:nvGrpSpPr>
            <p:grpSpPr>
              <a:xfrm>
                <a:off x="5029205" y="3657591"/>
                <a:ext cx="152400" cy="381803"/>
                <a:chOff x="4648205" y="3580597"/>
                <a:chExt cx="152400" cy="381803"/>
              </a:xfrm>
              <a:grpFill/>
            </p:grpSpPr>
            <p:grpSp>
              <p:nvGrpSpPr>
                <p:cNvPr id="922" name="Group 436">
                  <a:extLst>
                    <a:ext uri="{FF2B5EF4-FFF2-40B4-BE49-F238E27FC236}">
                      <a16:creationId xmlns:a16="http://schemas.microsoft.com/office/drawing/2014/main" id="{64CADFFA-F512-F840-89BB-FFD523DAECB2}"/>
                    </a:ext>
                  </a:extLst>
                </p:cNvPr>
                <p:cNvGrpSpPr/>
                <p:nvPr/>
              </p:nvGrpSpPr>
              <p:grpSpPr>
                <a:xfrm rot="16200000">
                  <a:off x="4572004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924" name="Straight Connector 923">
                    <a:extLst>
                      <a:ext uri="{FF2B5EF4-FFF2-40B4-BE49-F238E27FC236}">
                        <a16:creationId xmlns:a16="http://schemas.microsoft.com/office/drawing/2014/main" id="{7D409E0D-99EB-223B-0822-06E3BAD86AE2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5" name="Straight Connector 924">
                    <a:extLst>
                      <a:ext uri="{FF2B5EF4-FFF2-40B4-BE49-F238E27FC236}">
                        <a16:creationId xmlns:a16="http://schemas.microsoft.com/office/drawing/2014/main" id="{80405770-A454-923F-7E02-13C4DB074562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6" name="Straight Connector 925">
                    <a:extLst>
                      <a:ext uri="{FF2B5EF4-FFF2-40B4-BE49-F238E27FC236}">
                        <a16:creationId xmlns:a16="http://schemas.microsoft.com/office/drawing/2014/main" id="{A4D39740-7499-C8BB-A136-601B03EC7375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7" name="Straight Connector 926">
                    <a:extLst>
                      <a:ext uri="{FF2B5EF4-FFF2-40B4-BE49-F238E27FC236}">
                        <a16:creationId xmlns:a16="http://schemas.microsoft.com/office/drawing/2014/main" id="{6DD3105E-8187-0E88-4802-BF704F195D9F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23" name="Straight Connector 922">
                  <a:extLst>
                    <a:ext uri="{FF2B5EF4-FFF2-40B4-BE49-F238E27FC236}">
                      <a16:creationId xmlns:a16="http://schemas.microsoft.com/office/drawing/2014/main" id="{094DEC25-70C7-3085-D8FF-989CBC17D5E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6C62C44A-CB30-3F61-CDEA-C060B9E40209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8" name="Straight Connector 917">
                <a:extLst>
                  <a:ext uri="{FF2B5EF4-FFF2-40B4-BE49-F238E27FC236}">
                    <a16:creationId xmlns:a16="http://schemas.microsoft.com/office/drawing/2014/main" id="{3044FB3A-2C61-D811-17A2-A4B4D6A3DB9D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9" name="Oval 918">
                <a:extLst>
                  <a:ext uri="{FF2B5EF4-FFF2-40B4-BE49-F238E27FC236}">
                    <a16:creationId xmlns:a16="http://schemas.microsoft.com/office/drawing/2014/main" id="{109EE108-55B0-D032-BC39-84E7115300AB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20" name="Oval 919">
                <a:extLst>
                  <a:ext uri="{FF2B5EF4-FFF2-40B4-BE49-F238E27FC236}">
                    <a16:creationId xmlns:a16="http://schemas.microsoft.com/office/drawing/2014/main" id="{87DDFC95-8645-6196-C875-573F97209A96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21" name="Oval 920">
                <a:extLst>
                  <a:ext uri="{FF2B5EF4-FFF2-40B4-BE49-F238E27FC236}">
                    <a16:creationId xmlns:a16="http://schemas.microsoft.com/office/drawing/2014/main" id="{8BDA9064-E8E7-E3F3-E691-A34770F57FB7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1" name="Group 565">
              <a:extLst>
                <a:ext uri="{FF2B5EF4-FFF2-40B4-BE49-F238E27FC236}">
                  <a16:creationId xmlns:a16="http://schemas.microsoft.com/office/drawing/2014/main" id="{4A2C32B6-F906-7278-3960-31C8ECF1139D}"/>
                </a:ext>
              </a:extLst>
            </p:cNvPr>
            <p:cNvGrpSpPr/>
            <p:nvPr/>
          </p:nvGrpSpPr>
          <p:grpSpPr bwMode="auto">
            <a:xfrm>
              <a:off x="6359418" y="4911744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880" name="Oval 879">
                <a:extLst>
                  <a:ext uri="{FF2B5EF4-FFF2-40B4-BE49-F238E27FC236}">
                    <a16:creationId xmlns:a16="http://schemas.microsoft.com/office/drawing/2014/main" id="{6E51C2B0-FA06-7E1F-D2F1-6967A459525C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881" name="Group 467">
                <a:extLst>
                  <a:ext uri="{FF2B5EF4-FFF2-40B4-BE49-F238E27FC236}">
                    <a16:creationId xmlns:a16="http://schemas.microsoft.com/office/drawing/2014/main" id="{5E061ED0-FAC9-C36D-BE72-552D3CC170BE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906" name="Straight Connector 905">
                  <a:extLst>
                    <a:ext uri="{FF2B5EF4-FFF2-40B4-BE49-F238E27FC236}">
                      <a16:creationId xmlns:a16="http://schemas.microsoft.com/office/drawing/2014/main" id="{2CD2CDD4-F69D-BB56-D659-107C7F9B8113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B75205B3-E5B5-DAC5-4487-E8CB22DEA560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73B17951-0FFA-6169-7FFF-7290D7B08076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0926CB8D-22E2-5433-BE12-E39907D3B354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0" name="Straight Connector 909">
                  <a:extLst>
                    <a:ext uri="{FF2B5EF4-FFF2-40B4-BE49-F238E27FC236}">
                      <a16:creationId xmlns:a16="http://schemas.microsoft.com/office/drawing/2014/main" id="{481AD2E7-4B72-3322-555B-B8D0C3D8E16D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1" name="Straight Connector 910">
                  <a:extLst>
                    <a:ext uri="{FF2B5EF4-FFF2-40B4-BE49-F238E27FC236}">
                      <a16:creationId xmlns:a16="http://schemas.microsoft.com/office/drawing/2014/main" id="{A3F42682-98C1-060E-94C6-629FC9374CDF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2" name="Group 474">
                <a:extLst>
                  <a:ext uri="{FF2B5EF4-FFF2-40B4-BE49-F238E27FC236}">
                    <a16:creationId xmlns:a16="http://schemas.microsoft.com/office/drawing/2014/main" id="{23C2FD5F-6470-2EAA-216C-8C740D139296}"/>
                  </a:ext>
                </a:extLst>
              </p:cNvPr>
              <p:cNvGrpSpPr/>
              <p:nvPr/>
            </p:nvGrpSpPr>
            <p:grpSpPr>
              <a:xfrm rot="16200000">
                <a:off x="5181602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902" name="Straight Connector 901">
                  <a:extLst>
                    <a:ext uri="{FF2B5EF4-FFF2-40B4-BE49-F238E27FC236}">
                      <a16:creationId xmlns:a16="http://schemas.microsoft.com/office/drawing/2014/main" id="{5457A921-9B9F-B844-2A5C-CD748C94D32E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3" name="Straight Connector 902">
                  <a:extLst>
                    <a:ext uri="{FF2B5EF4-FFF2-40B4-BE49-F238E27FC236}">
                      <a16:creationId xmlns:a16="http://schemas.microsoft.com/office/drawing/2014/main" id="{E9A98371-CF73-1BCF-9371-82F9CA471FE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4" name="Straight Connector 903">
                  <a:extLst>
                    <a:ext uri="{FF2B5EF4-FFF2-40B4-BE49-F238E27FC236}">
                      <a16:creationId xmlns:a16="http://schemas.microsoft.com/office/drawing/2014/main" id="{F069EA93-BA58-6EDC-4A6F-D54CCD8ED91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5" name="Straight Connector 904">
                  <a:extLst>
                    <a:ext uri="{FF2B5EF4-FFF2-40B4-BE49-F238E27FC236}">
                      <a16:creationId xmlns:a16="http://schemas.microsoft.com/office/drawing/2014/main" id="{5F0A62D2-4771-CE22-6029-93FDE039BAE8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3" name="Group 479">
                <a:extLst>
                  <a:ext uri="{FF2B5EF4-FFF2-40B4-BE49-F238E27FC236}">
                    <a16:creationId xmlns:a16="http://schemas.microsoft.com/office/drawing/2014/main" id="{06239ABB-99C5-E6C5-1BA9-E2499472AB85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96" name="Straight Connector 895">
                  <a:extLst>
                    <a:ext uri="{FF2B5EF4-FFF2-40B4-BE49-F238E27FC236}">
                      <a16:creationId xmlns:a16="http://schemas.microsoft.com/office/drawing/2014/main" id="{ABB5A6A3-373A-6BDA-3151-5C1C24D6A69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7" name="Straight Connector 896">
                  <a:extLst>
                    <a:ext uri="{FF2B5EF4-FFF2-40B4-BE49-F238E27FC236}">
                      <a16:creationId xmlns:a16="http://schemas.microsoft.com/office/drawing/2014/main" id="{CD5B7B00-AA9C-B6B7-7D24-CCBF787186E2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8" name="Straight Connector 897">
                  <a:extLst>
                    <a:ext uri="{FF2B5EF4-FFF2-40B4-BE49-F238E27FC236}">
                      <a16:creationId xmlns:a16="http://schemas.microsoft.com/office/drawing/2014/main" id="{95E4EBCB-AB4C-9809-33D9-D76E762A5D5F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9" name="Straight Connector 898">
                  <a:extLst>
                    <a:ext uri="{FF2B5EF4-FFF2-40B4-BE49-F238E27FC236}">
                      <a16:creationId xmlns:a16="http://schemas.microsoft.com/office/drawing/2014/main" id="{36363AC1-7C3F-D776-3157-061B2BDBCEEA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0" name="Straight Connector 899">
                  <a:extLst>
                    <a:ext uri="{FF2B5EF4-FFF2-40B4-BE49-F238E27FC236}">
                      <a16:creationId xmlns:a16="http://schemas.microsoft.com/office/drawing/2014/main" id="{BD417B84-51B4-6A2F-4CA1-6AFEF38E3E6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1" name="Straight Connector 900">
                  <a:extLst>
                    <a:ext uri="{FF2B5EF4-FFF2-40B4-BE49-F238E27FC236}">
                      <a16:creationId xmlns:a16="http://schemas.microsoft.com/office/drawing/2014/main" id="{1EA21D75-5093-542D-9C84-308C7EAF884C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4" name="Group 486">
                <a:extLst>
                  <a:ext uri="{FF2B5EF4-FFF2-40B4-BE49-F238E27FC236}">
                    <a16:creationId xmlns:a16="http://schemas.microsoft.com/office/drawing/2014/main" id="{17FB9CF6-44CF-FC6A-D0F5-F6AF8B8B3FFB}"/>
                  </a:ext>
                </a:extLst>
              </p:cNvPr>
              <p:cNvGrpSpPr/>
              <p:nvPr/>
            </p:nvGrpSpPr>
            <p:grpSpPr>
              <a:xfrm>
                <a:off x="5029205" y="3657591"/>
                <a:ext cx="152400" cy="381803"/>
                <a:chOff x="4648205" y="3580597"/>
                <a:chExt cx="152400" cy="381803"/>
              </a:xfrm>
              <a:grpFill/>
            </p:grpSpPr>
            <p:grpSp>
              <p:nvGrpSpPr>
                <p:cNvPr id="890" name="Group 436">
                  <a:extLst>
                    <a:ext uri="{FF2B5EF4-FFF2-40B4-BE49-F238E27FC236}">
                      <a16:creationId xmlns:a16="http://schemas.microsoft.com/office/drawing/2014/main" id="{27F55B7D-C3E9-2CA5-C2BD-439BEF26D3F4}"/>
                    </a:ext>
                  </a:extLst>
                </p:cNvPr>
                <p:cNvGrpSpPr/>
                <p:nvPr/>
              </p:nvGrpSpPr>
              <p:grpSpPr>
                <a:xfrm rot="16200000">
                  <a:off x="4572004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892" name="Straight Connector 891">
                    <a:extLst>
                      <a:ext uri="{FF2B5EF4-FFF2-40B4-BE49-F238E27FC236}">
                        <a16:creationId xmlns:a16="http://schemas.microsoft.com/office/drawing/2014/main" id="{52FE7C90-3C42-F91B-497A-D60444A84BFA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3" name="Straight Connector 892">
                    <a:extLst>
                      <a:ext uri="{FF2B5EF4-FFF2-40B4-BE49-F238E27FC236}">
                        <a16:creationId xmlns:a16="http://schemas.microsoft.com/office/drawing/2014/main" id="{61955385-5B6D-B0BD-6AAE-8C30D0FEC35F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4" name="Straight Connector 893">
                    <a:extLst>
                      <a:ext uri="{FF2B5EF4-FFF2-40B4-BE49-F238E27FC236}">
                        <a16:creationId xmlns:a16="http://schemas.microsoft.com/office/drawing/2014/main" id="{E488AB98-1138-D9CA-D2E7-6C6E6525ECA3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5" name="Straight Connector 894">
                    <a:extLst>
                      <a:ext uri="{FF2B5EF4-FFF2-40B4-BE49-F238E27FC236}">
                        <a16:creationId xmlns:a16="http://schemas.microsoft.com/office/drawing/2014/main" id="{E2EB17E8-28B8-1BE6-A014-689FD93D8D23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91" name="Straight Connector 890">
                  <a:extLst>
                    <a:ext uri="{FF2B5EF4-FFF2-40B4-BE49-F238E27FC236}">
                      <a16:creationId xmlns:a16="http://schemas.microsoft.com/office/drawing/2014/main" id="{A4F8CAB4-5AB5-A67F-4BDA-A91C9FB3EEF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5" name="Straight Connector 884">
                <a:extLst>
                  <a:ext uri="{FF2B5EF4-FFF2-40B4-BE49-F238E27FC236}">
                    <a16:creationId xmlns:a16="http://schemas.microsoft.com/office/drawing/2014/main" id="{6135BC53-31A5-E6B1-00EE-45BB1F17ED9E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6" name="Straight Connector 885">
                <a:extLst>
                  <a:ext uri="{FF2B5EF4-FFF2-40B4-BE49-F238E27FC236}">
                    <a16:creationId xmlns:a16="http://schemas.microsoft.com/office/drawing/2014/main" id="{C18DAE74-0EEE-0347-CFDE-D3C03282CFBA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7" name="Oval 886">
                <a:extLst>
                  <a:ext uri="{FF2B5EF4-FFF2-40B4-BE49-F238E27FC236}">
                    <a16:creationId xmlns:a16="http://schemas.microsoft.com/office/drawing/2014/main" id="{26404C22-A7CC-251B-AD86-29F26E57D6CD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8" name="Oval 887">
                <a:extLst>
                  <a:ext uri="{FF2B5EF4-FFF2-40B4-BE49-F238E27FC236}">
                    <a16:creationId xmlns:a16="http://schemas.microsoft.com/office/drawing/2014/main" id="{E2CAA702-0DC8-A47A-BB3A-0F774CDE1F6C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9" name="Oval 888">
                <a:extLst>
                  <a:ext uri="{FF2B5EF4-FFF2-40B4-BE49-F238E27FC236}">
                    <a16:creationId xmlns:a16="http://schemas.microsoft.com/office/drawing/2014/main" id="{CEF4A282-08BD-DED8-6BDC-CD63E5333CC0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2" name="Group 604">
              <a:extLst>
                <a:ext uri="{FF2B5EF4-FFF2-40B4-BE49-F238E27FC236}">
                  <a16:creationId xmlns:a16="http://schemas.microsoft.com/office/drawing/2014/main" id="{4B838A2A-6092-9E72-A993-29235F876E49}"/>
                </a:ext>
              </a:extLst>
            </p:cNvPr>
            <p:cNvGrpSpPr/>
            <p:nvPr/>
          </p:nvGrpSpPr>
          <p:grpSpPr bwMode="auto">
            <a:xfrm>
              <a:off x="6830899" y="4912220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848" name="Oval 847">
                <a:extLst>
                  <a:ext uri="{FF2B5EF4-FFF2-40B4-BE49-F238E27FC236}">
                    <a16:creationId xmlns:a16="http://schemas.microsoft.com/office/drawing/2014/main" id="{1C865F6A-D86F-F2C0-4DF1-196965C9FA25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849" name="Group 467">
                <a:extLst>
                  <a:ext uri="{FF2B5EF4-FFF2-40B4-BE49-F238E27FC236}">
                    <a16:creationId xmlns:a16="http://schemas.microsoft.com/office/drawing/2014/main" id="{24EDB0D5-CCE0-0D6E-8433-A8C2A2D9D737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74" name="Straight Connector 873">
                  <a:extLst>
                    <a:ext uri="{FF2B5EF4-FFF2-40B4-BE49-F238E27FC236}">
                      <a16:creationId xmlns:a16="http://schemas.microsoft.com/office/drawing/2014/main" id="{B88F9529-944C-D2FA-D650-6F7BE93E58F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5" name="Straight Connector 874">
                  <a:extLst>
                    <a:ext uri="{FF2B5EF4-FFF2-40B4-BE49-F238E27FC236}">
                      <a16:creationId xmlns:a16="http://schemas.microsoft.com/office/drawing/2014/main" id="{BB716D39-9696-4ADF-400F-21F4525FA7FB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6" name="Straight Connector 875">
                  <a:extLst>
                    <a:ext uri="{FF2B5EF4-FFF2-40B4-BE49-F238E27FC236}">
                      <a16:creationId xmlns:a16="http://schemas.microsoft.com/office/drawing/2014/main" id="{00DEA68D-2E30-D332-8661-5EFC44A67BE8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7" name="Straight Connector 876">
                  <a:extLst>
                    <a:ext uri="{FF2B5EF4-FFF2-40B4-BE49-F238E27FC236}">
                      <a16:creationId xmlns:a16="http://schemas.microsoft.com/office/drawing/2014/main" id="{6D7F2B32-153E-3E62-F2E7-6D5A93CB7D5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8" name="Straight Connector 877">
                  <a:extLst>
                    <a:ext uri="{FF2B5EF4-FFF2-40B4-BE49-F238E27FC236}">
                      <a16:creationId xmlns:a16="http://schemas.microsoft.com/office/drawing/2014/main" id="{C329FD71-ABD4-065F-50CB-622B8D7FA332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9" name="Straight Connector 878">
                  <a:extLst>
                    <a:ext uri="{FF2B5EF4-FFF2-40B4-BE49-F238E27FC236}">
                      <a16:creationId xmlns:a16="http://schemas.microsoft.com/office/drawing/2014/main" id="{5F4203F4-1D1B-800C-F56D-5BC2748636E7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0" name="Group 474">
                <a:extLst>
                  <a:ext uri="{FF2B5EF4-FFF2-40B4-BE49-F238E27FC236}">
                    <a16:creationId xmlns:a16="http://schemas.microsoft.com/office/drawing/2014/main" id="{0323C2B9-B219-9E06-7D95-11A7A04AB8F5}"/>
                  </a:ext>
                </a:extLst>
              </p:cNvPr>
              <p:cNvGrpSpPr/>
              <p:nvPr/>
            </p:nvGrpSpPr>
            <p:grpSpPr>
              <a:xfrm rot="16200000">
                <a:off x="5181604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870" name="Straight Connector 869">
                  <a:extLst>
                    <a:ext uri="{FF2B5EF4-FFF2-40B4-BE49-F238E27FC236}">
                      <a16:creationId xmlns:a16="http://schemas.microsoft.com/office/drawing/2014/main" id="{020B7D41-0D39-4911-5A80-A206327566BB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Straight Connector 870">
                  <a:extLst>
                    <a:ext uri="{FF2B5EF4-FFF2-40B4-BE49-F238E27FC236}">
                      <a16:creationId xmlns:a16="http://schemas.microsoft.com/office/drawing/2014/main" id="{500C287F-0AD7-1902-0654-78061F0F4A8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2" name="Straight Connector 871">
                  <a:extLst>
                    <a:ext uri="{FF2B5EF4-FFF2-40B4-BE49-F238E27FC236}">
                      <a16:creationId xmlns:a16="http://schemas.microsoft.com/office/drawing/2014/main" id="{4B63C375-D7E3-55E9-9756-5F507B26FA4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3" name="Straight Connector 872">
                  <a:extLst>
                    <a:ext uri="{FF2B5EF4-FFF2-40B4-BE49-F238E27FC236}">
                      <a16:creationId xmlns:a16="http://schemas.microsoft.com/office/drawing/2014/main" id="{E5C78D6B-6F70-E430-9A95-5E36334E505D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1" name="Group 479">
                <a:extLst>
                  <a:ext uri="{FF2B5EF4-FFF2-40B4-BE49-F238E27FC236}">
                    <a16:creationId xmlns:a16="http://schemas.microsoft.com/office/drawing/2014/main" id="{46DBB4F2-5C5A-669A-736E-10343CBA1D0D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64" name="Straight Connector 863">
                  <a:extLst>
                    <a:ext uri="{FF2B5EF4-FFF2-40B4-BE49-F238E27FC236}">
                      <a16:creationId xmlns:a16="http://schemas.microsoft.com/office/drawing/2014/main" id="{B8F07908-FD5C-BC91-8EE2-A704E4A22D6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5" name="Straight Connector 864">
                  <a:extLst>
                    <a:ext uri="{FF2B5EF4-FFF2-40B4-BE49-F238E27FC236}">
                      <a16:creationId xmlns:a16="http://schemas.microsoft.com/office/drawing/2014/main" id="{1EE3FAB3-8104-B2ED-8377-29C00CC05A91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6" name="Straight Connector 865">
                  <a:extLst>
                    <a:ext uri="{FF2B5EF4-FFF2-40B4-BE49-F238E27FC236}">
                      <a16:creationId xmlns:a16="http://schemas.microsoft.com/office/drawing/2014/main" id="{5F3A8E7C-F87C-6713-5B0F-D9DAECFAC3A0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7" name="Straight Connector 866">
                  <a:extLst>
                    <a:ext uri="{FF2B5EF4-FFF2-40B4-BE49-F238E27FC236}">
                      <a16:creationId xmlns:a16="http://schemas.microsoft.com/office/drawing/2014/main" id="{5E61159A-D4FB-0157-5791-FA490B636125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8" name="Straight Connector 867">
                  <a:extLst>
                    <a:ext uri="{FF2B5EF4-FFF2-40B4-BE49-F238E27FC236}">
                      <a16:creationId xmlns:a16="http://schemas.microsoft.com/office/drawing/2014/main" id="{3BEE8D11-3A63-A8E5-95B0-F999811AAE6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9" name="Straight Connector 868">
                  <a:extLst>
                    <a:ext uri="{FF2B5EF4-FFF2-40B4-BE49-F238E27FC236}">
                      <a16:creationId xmlns:a16="http://schemas.microsoft.com/office/drawing/2014/main" id="{DAF6EBA8-FECD-B509-0462-4A84B4CBD379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2" name="Group 486">
                <a:extLst>
                  <a:ext uri="{FF2B5EF4-FFF2-40B4-BE49-F238E27FC236}">
                    <a16:creationId xmlns:a16="http://schemas.microsoft.com/office/drawing/2014/main" id="{9AD10CC9-A5CA-4981-0107-4D0DA3E6B92C}"/>
                  </a:ext>
                </a:extLst>
              </p:cNvPr>
              <p:cNvGrpSpPr/>
              <p:nvPr/>
            </p:nvGrpSpPr>
            <p:grpSpPr>
              <a:xfrm>
                <a:off x="5029207" y="3657591"/>
                <a:ext cx="152400" cy="381803"/>
                <a:chOff x="4648207" y="3580597"/>
                <a:chExt cx="152400" cy="381803"/>
              </a:xfrm>
              <a:grpFill/>
            </p:grpSpPr>
            <p:grpSp>
              <p:nvGrpSpPr>
                <p:cNvPr id="858" name="Group 436">
                  <a:extLst>
                    <a:ext uri="{FF2B5EF4-FFF2-40B4-BE49-F238E27FC236}">
                      <a16:creationId xmlns:a16="http://schemas.microsoft.com/office/drawing/2014/main" id="{34585044-BD5C-DE35-949A-C70705F1827B}"/>
                    </a:ext>
                  </a:extLst>
                </p:cNvPr>
                <p:cNvGrpSpPr/>
                <p:nvPr/>
              </p:nvGrpSpPr>
              <p:grpSpPr>
                <a:xfrm rot="16200000">
                  <a:off x="4572006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860" name="Straight Connector 859">
                    <a:extLst>
                      <a:ext uri="{FF2B5EF4-FFF2-40B4-BE49-F238E27FC236}">
                        <a16:creationId xmlns:a16="http://schemas.microsoft.com/office/drawing/2014/main" id="{C1C84863-62EA-DBD7-6BD9-3D9D51E5AF8D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1" name="Straight Connector 860">
                    <a:extLst>
                      <a:ext uri="{FF2B5EF4-FFF2-40B4-BE49-F238E27FC236}">
                        <a16:creationId xmlns:a16="http://schemas.microsoft.com/office/drawing/2014/main" id="{4E8BF93D-A2E2-D271-A4CD-433A26DE4541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2" name="Straight Connector 861">
                    <a:extLst>
                      <a:ext uri="{FF2B5EF4-FFF2-40B4-BE49-F238E27FC236}">
                        <a16:creationId xmlns:a16="http://schemas.microsoft.com/office/drawing/2014/main" id="{255957BB-DB70-E753-FDD3-4F446D310EFB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3" name="Straight Connector 862">
                    <a:extLst>
                      <a:ext uri="{FF2B5EF4-FFF2-40B4-BE49-F238E27FC236}">
                        <a16:creationId xmlns:a16="http://schemas.microsoft.com/office/drawing/2014/main" id="{91D6C06D-FB48-F9C3-90DA-EFA8DC854EFA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59" name="Straight Connector 858">
                  <a:extLst>
                    <a:ext uri="{FF2B5EF4-FFF2-40B4-BE49-F238E27FC236}">
                      <a16:creationId xmlns:a16="http://schemas.microsoft.com/office/drawing/2014/main" id="{335FBFAF-7E0B-7597-0C99-DA89F20B0B9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53" name="Straight Connector 852">
                <a:extLst>
                  <a:ext uri="{FF2B5EF4-FFF2-40B4-BE49-F238E27FC236}">
                    <a16:creationId xmlns:a16="http://schemas.microsoft.com/office/drawing/2014/main" id="{B96DBDA4-4BFF-7DA7-163D-4F27CDDCD22B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4" name="Straight Connector 853">
                <a:extLst>
                  <a:ext uri="{FF2B5EF4-FFF2-40B4-BE49-F238E27FC236}">
                    <a16:creationId xmlns:a16="http://schemas.microsoft.com/office/drawing/2014/main" id="{3B3F0E14-547C-2747-0921-D71D5DA603A2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5" name="Oval 854">
                <a:extLst>
                  <a:ext uri="{FF2B5EF4-FFF2-40B4-BE49-F238E27FC236}">
                    <a16:creationId xmlns:a16="http://schemas.microsoft.com/office/drawing/2014/main" id="{73218D51-7531-E665-63FB-780F252CE94D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6" name="Oval 855">
                <a:extLst>
                  <a:ext uri="{FF2B5EF4-FFF2-40B4-BE49-F238E27FC236}">
                    <a16:creationId xmlns:a16="http://schemas.microsoft.com/office/drawing/2014/main" id="{AE751CAF-F0CA-199C-2F54-35168CF07668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7" name="Oval 856">
                <a:extLst>
                  <a:ext uri="{FF2B5EF4-FFF2-40B4-BE49-F238E27FC236}">
                    <a16:creationId xmlns:a16="http://schemas.microsoft.com/office/drawing/2014/main" id="{591B920D-C9CC-40D5-CBB7-BB45645AFC36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3" name="Group 637">
              <a:extLst>
                <a:ext uri="{FF2B5EF4-FFF2-40B4-BE49-F238E27FC236}">
                  <a16:creationId xmlns:a16="http://schemas.microsoft.com/office/drawing/2014/main" id="{DF682614-6139-91A6-A7EE-DB3174DED674}"/>
                </a:ext>
              </a:extLst>
            </p:cNvPr>
            <p:cNvGrpSpPr/>
            <p:nvPr/>
          </p:nvGrpSpPr>
          <p:grpSpPr bwMode="auto">
            <a:xfrm>
              <a:off x="7311914" y="4911750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816" name="Oval 815">
                <a:extLst>
                  <a:ext uri="{FF2B5EF4-FFF2-40B4-BE49-F238E27FC236}">
                    <a16:creationId xmlns:a16="http://schemas.microsoft.com/office/drawing/2014/main" id="{818A2CF0-3B9F-C620-6804-E4A0A23EB640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817" name="Group 467">
                <a:extLst>
                  <a:ext uri="{FF2B5EF4-FFF2-40B4-BE49-F238E27FC236}">
                    <a16:creationId xmlns:a16="http://schemas.microsoft.com/office/drawing/2014/main" id="{CA32267E-DF85-E1E2-DF9B-8901BBE3A107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42" name="Straight Connector 841">
                  <a:extLst>
                    <a:ext uri="{FF2B5EF4-FFF2-40B4-BE49-F238E27FC236}">
                      <a16:creationId xmlns:a16="http://schemas.microsoft.com/office/drawing/2014/main" id="{8AFF3D9C-000F-92B7-6954-8388A8323B1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3" name="Straight Connector 842">
                  <a:extLst>
                    <a:ext uri="{FF2B5EF4-FFF2-40B4-BE49-F238E27FC236}">
                      <a16:creationId xmlns:a16="http://schemas.microsoft.com/office/drawing/2014/main" id="{2DA63951-4DD9-A020-F987-310A0A6A6E8B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4" name="Straight Connector 843">
                  <a:extLst>
                    <a:ext uri="{FF2B5EF4-FFF2-40B4-BE49-F238E27FC236}">
                      <a16:creationId xmlns:a16="http://schemas.microsoft.com/office/drawing/2014/main" id="{C91E74C6-EBF4-F73C-2C79-FD8B0E43F6F8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5" name="Straight Connector 844">
                  <a:extLst>
                    <a:ext uri="{FF2B5EF4-FFF2-40B4-BE49-F238E27FC236}">
                      <a16:creationId xmlns:a16="http://schemas.microsoft.com/office/drawing/2014/main" id="{900A9F9B-A206-9245-C576-4C41B84A78C4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6" name="Straight Connector 845">
                  <a:extLst>
                    <a:ext uri="{FF2B5EF4-FFF2-40B4-BE49-F238E27FC236}">
                      <a16:creationId xmlns:a16="http://schemas.microsoft.com/office/drawing/2014/main" id="{1F4BD9D0-F162-A6FB-DA4C-6ADD70D4656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7" name="Straight Connector 846">
                  <a:extLst>
                    <a:ext uri="{FF2B5EF4-FFF2-40B4-BE49-F238E27FC236}">
                      <a16:creationId xmlns:a16="http://schemas.microsoft.com/office/drawing/2014/main" id="{EDA4A5EE-5D54-165B-C5EA-FBEB39ABEC3C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8" name="Group 474">
                <a:extLst>
                  <a:ext uri="{FF2B5EF4-FFF2-40B4-BE49-F238E27FC236}">
                    <a16:creationId xmlns:a16="http://schemas.microsoft.com/office/drawing/2014/main" id="{DD408125-8C12-53C0-25D6-7B919D3689C0}"/>
                  </a:ext>
                </a:extLst>
              </p:cNvPr>
              <p:cNvGrpSpPr/>
              <p:nvPr/>
            </p:nvGrpSpPr>
            <p:grpSpPr>
              <a:xfrm rot="16200000">
                <a:off x="5181604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838" name="Straight Connector 837">
                  <a:extLst>
                    <a:ext uri="{FF2B5EF4-FFF2-40B4-BE49-F238E27FC236}">
                      <a16:creationId xmlns:a16="http://schemas.microsoft.com/office/drawing/2014/main" id="{B21730F1-494D-FF4B-3C70-B65F8587EF98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9" name="Straight Connector 838">
                  <a:extLst>
                    <a:ext uri="{FF2B5EF4-FFF2-40B4-BE49-F238E27FC236}">
                      <a16:creationId xmlns:a16="http://schemas.microsoft.com/office/drawing/2014/main" id="{0E5D3A58-B590-9E76-F25F-6ED16A813A6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0" name="Straight Connector 839">
                  <a:extLst>
                    <a:ext uri="{FF2B5EF4-FFF2-40B4-BE49-F238E27FC236}">
                      <a16:creationId xmlns:a16="http://schemas.microsoft.com/office/drawing/2014/main" id="{52DDB580-7C94-6FB1-69AA-B80D635A6FF2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17B75FE8-825C-3CCC-C856-3F81594B94B2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9" name="Group 479">
                <a:extLst>
                  <a:ext uri="{FF2B5EF4-FFF2-40B4-BE49-F238E27FC236}">
                    <a16:creationId xmlns:a16="http://schemas.microsoft.com/office/drawing/2014/main" id="{40202955-3D97-C38A-3D48-999389660255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32" name="Straight Connector 831">
                  <a:extLst>
                    <a:ext uri="{FF2B5EF4-FFF2-40B4-BE49-F238E27FC236}">
                      <a16:creationId xmlns:a16="http://schemas.microsoft.com/office/drawing/2014/main" id="{35EBF626-3D7D-F192-6A83-E648BA3FE5C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3" name="Straight Connector 832">
                  <a:extLst>
                    <a:ext uri="{FF2B5EF4-FFF2-40B4-BE49-F238E27FC236}">
                      <a16:creationId xmlns:a16="http://schemas.microsoft.com/office/drawing/2014/main" id="{23149244-DA48-A871-5B5C-7A42ADE5F705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4" name="Straight Connector 833">
                  <a:extLst>
                    <a:ext uri="{FF2B5EF4-FFF2-40B4-BE49-F238E27FC236}">
                      <a16:creationId xmlns:a16="http://schemas.microsoft.com/office/drawing/2014/main" id="{A6DE682D-B770-B717-DC17-25BEA86E9B76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5" name="Straight Connector 834">
                  <a:extLst>
                    <a:ext uri="{FF2B5EF4-FFF2-40B4-BE49-F238E27FC236}">
                      <a16:creationId xmlns:a16="http://schemas.microsoft.com/office/drawing/2014/main" id="{68BEC974-B710-758D-C491-91A02252CEC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6" name="Straight Connector 835">
                  <a:extLst>
                    <a:ext uri="{FF2B5EF4-FFF2-40B4-BE49-F238E27FC236}">
                      <a16:creationId xmlns:a16="http://schemas.microsoft.com/office/drawing/2014/main" id="{675A597C-6AA8-BF27-7677-DDF1FD1B6FD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7" name="Straight Connector 836">
                  <a:extLst>
                    <a:ext uri="{FF2B5EF4-FFF2-40B4-BE49-F238E27FC236}">
                      <a16:creationId xmlns:a16="http://schemas.microsoft.com/office/drawing/2014/main" id="{155FA1B5-DC36-F544-4AF9-DA57F0D199F6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0" name="Group 486">
                <a:extLst>
                  <a:ext uri="{FF2B5EF4-FFF2-40B4-BE49-F238E27FC236}">
                    <a16:creationId xmlns:a16="http://schemas.microsoft.com/office/drawing/2014/main" id="{3340CD98-5CA3-DFB7-86F6-390022F8A709}"/>
                  </a:ext>
                </a:extLst>
              </p:cNvPr>
              <p:cNvGrpSpPr/>
              <p:nvPr/>
            </p:nvGrpSpPr>
            <p:grpSpPr>
              <a:xfrm>
                <a:off x="5029207" y="3657591"/>
                <a:ext cx="152400" cy="381803"/>
                <a:chOff x="4648207" y="3580597"/>
                <a:chExt cx="152400" cy="381803"/>
              </a:xfrm>
              <a:grpFill/>
            </p:grpSpPr>
            <p:grpSp>
              <p:nvGrpSpPr>
                <p:cNvPr id="826" name="Group 436">
                  <a:extLst>
                    <a:ext uri="{FF2B5EF4-FFF2-40B4-BE49-F238E27FC236}">
                      <a16:creationId xmlns:a16="http://schemas.microsoft.com/office/drawing/2014/main" id="{75B552CF-03B9-3FC1-AB2F-038D1B63CBC8}"/>
                    </a:ext>
                  </a:extLst>
                </p:cNvPr>
                <p:cNvGrpSpPr/>
                <p:nvPr/>
              </p:nvGrpSpPr>
              <p:grpSpPr>
                <a:xfrm rot="16200000">
                  <a:off x="4572006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828" name="Straight Connector 827">
                    <a:extLst>
                      <a:ext uri="{FF2B5EF4-FFF2-40B4-BE49-F238E27FC236}">
                        <a16:creationId xmlns:a16="http://schemas.microsoft.com/office/drawing/2014/main" id="{45036DB6-D260-DCD5-DF0D-AC4D5A2CC27E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9" name="Straight Connector 828">
                    <a:extLst>
                      <a:ext uri="{FF2B5EF4-FFF2-40B4-BE49-F238E27FC236}">
                        <a16:creationId xmlns:a16="http://schemas.microsoft.com/office/drawing/2014/main" id="{9A406595-E200-074D-FFE8-299A5D210AFD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0" name="Straight Connector 829">
                    <a:extLst>
                      <a:ext uri="{FF2B5EF4-FFF2-40B4-BE49-F238E27FC236}">
                        <a16:creationId xmlns:a16="http://schemas.microsoft.com/office/drawing/2014/main" id="{6DE86249-339D-2881-8D6B-2B1E5164CBEB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Straight Connector 830">
                    <a:extLst>
                      <a:ext uri="{FF2B5EF4-FFF2-40B4-BE49-F238E27FC236}">
                        <a16:creationId xmlns:a16="http://schemas.microsoft.com/office/drawing/2014/main" id="{7B5B8D9F-8B53-0EA3-90B9-55B16BA5608D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27" name="Straight Connector 826">
                  <a:extLst>
                    <a:ext uri="{FF2B5EF4-FFF2-40B4-BE49-F238E27FC236}">
                      <a16:creationId xmlns:a16="http://schemas.microsoft.com/office/drawing/2014/main" id="{732E963A-784B-E108-41A0-AB1C5015E40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3283D7D1-FFD0-C844-430C-E16E3385C5F0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7161FD2F-7A8E-74FB-D2AC-E2D9E4605B58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3" name="Oval 822">
                <a:extLst>
                  <a:ext uri="{FF2B5EF4-FFF2-40B4-BE49-F238E27FC236}">
                    <a16:creationId xmlns:a16="http://schemas.microsoft.com/office/drawing/2014/main" id="{9D0B915C-F73E-3571-13EC-F2436423C5F7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24" name="Oval 823">
                <a:extLst>
                  <a:ext uri="{FF2B5EF4-FFF2-40B4-BE49-F238E27FC236}">
                    <a16:creationId xmlns:a16="http://schemas.microsoft.com/office/drawing/2014/main" id="{E8863EBF-6017-B25C-6E45-25E83A0D8F2F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25" name="Oval 824">
                <a:extLst>
                  <a:ext uri="{FF2B5EF4-FFF2-40B4-BE49-F238E27FC236}">
                    <a16:creationId xmlns:a16="http://schemas.microsoft.com/office/drawing/2014/main" id="{891BFEA0-2BA4-4BEF-6EE9-A111E6C85EBE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4" name="Group 670">
              <a:extLst>
                <a:ext uri="{FF2B5EF4-FFF2-40B4-BE49-F238E27FC236}">
                  <a16:creationId xmlns:a16="http://schemas.microsoft.com/office/drawing/2014/main" id="{68F5E341-76C8-F099-2411-C2564E54A5F5}"/>
                </a:ext>
              </a:extLst>
            </p:cNvPr>
            <p:cNvGrpSpPr/>
            <p:nvPr/>
          </p:nvGrpSpPr>
          <p:grpSpPr bwMode="auto">
            <a:xfrm>
              <a:off x="7773877" y="4912220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784" name="Oval 783">
                <a:extLst>
                  <a:ext uri="{FF2B5EF4-FFF2-40B4-BE49-F238E27FC236}">
                    <a16:creationId xmlns:a16="http://schemas.microsoft.com/office/drawing/2014/main" id="{33A83B2F-B8A8-C9B2-E945-2B4570F2DA04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785" name="Group 467">
                <a:extLst>
                  <a:ext uri="{FF2B5EF4-FFF2-40B4-BE49-F238E27FC236}">
                    <a16:creationId xmlns:a16="http://schemas.microsoft.com/office/drawing/2014/main" id="{DDA1B022-9962-3CF5-6112-C97D5E5FC6C1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10" name="Straight Connector 809">
                  <a:extLst>
                    <a:ext uri="{FF2B5EF4-FFF2-40B4-BE49-F238E27FC236}">
                      <a16:creationId xmlns:a16="http://schemas.microsoft.com/office/drawing/2014/main" id="{0DCDA799-A7DE-159C-2B12-4C989A20038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1" name="Straight Connector 810">
                  <a:extLst>
                    <a:ext uri="{FF2B5EF4-FFF2-40B4-BE49-F238E27FC236}">
                      <a16:creationId xmlns:a16="http://schemas.microsoft.com/office/drawing/2014/main" id="{3D41AB5D-C0FC-BC3B-F2EB-D89321DB1960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2" name="Straight Connector 811">
                  <a:extLst>
                    <a:ext uri="{FF2B5EF4-FFF2-40B4-BE49-F238E27FC236}">
                      <a16:creationId xmlns:a16="http://schemas.microsoft.com/office/drawing/2014/main" id="{40CB2CED-B136-7A9E-0997-63B9F37FA1D7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3" name="Straight Connector 812">
                  <a:extLst>
                    <a:ext uri="{FF2B5EF4-FFF2-40B4-BE49-F238E27FC236}">
                      <a16:creationId xmlns:a16="http://schemas.microsoft.com/office/drawing/2014/main" id="{B47791B6-7104-D236-1DFA-7ACE989FCBA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4" name="Straight Connector 813">
                  <a:extLst>
                    <a:ext uri="{FF2B5EF4-FFF2-40B4-BE49-F238E27FC236}">
                      <a16:creationId xmlns:a16="http://schemas.microsoft.com/office/drawing/2014/main" id="{25A7503F-82A8-2336-9F78-0959D3BAB2B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5" name="Straight Connector 814">
                  <a:extLst>
                    <a:ext uri="{FF2B5EF4-FFF2-40B4-BE49-F238E27FC236}">
                      <a16:creationId xmlns:a16="http://schemas.microsoft.com/office/drawing/2014/main" id="{4A778FCD-68E7-3354-2A11-FFA0538BE684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6" name="Group 474">
                <a:extLst>
                  <a:ext uri="{FF2B5EF4-FFF2-40B4-BE49-F238E27FC236}">
                    <a16:creationId xmlns:a16="http://schemas.microsoft.com/office/drawing/2014/main" id="{E8E38444-231B-BDBC-7599-D269F9F275CE}"/>
                  </a:ext>
                </a:extLst>
              </p:cNvPr>
              <p:cNvGrpSpPr/>
              <p:nvPr/>
            </p:nvGrpSpPr>
            <p:grpSpPr>
              <a:xfrm rot="16200000">
                <a:off x="5181604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806" name="Straight Connector 805">
                  <a:extLst>
                    <a:ext uri="{FF2B5EF4-FFF2-40B4-BE49-F238E27FC236}">
                      <a16:creationId xmlns:a16="http://schemas.microsoft.com/office/drawing/2014/main" id="{13468FBA-5DB1-7BBB-BC22-E96D55CA043B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7" name="Straight Connector 806">
                  <a:extLst>
                    <a:ext uri="{FF2B5EF4-FFF2-40B4-BE49-F238E27FC236}">
                      <a16:creationId xmlns:a16="http://schemas.microsoft.com/office/drawing/2014/main" id="{7DFC7922-4A1C-1FE4-D5F5-6E13973D704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8" name="Straight Connector 807">
                  <a:extLst>
                    <a:ext uri="{FF2B5EF4-FFF2-40B4-BE49-F238E27FC236}">
                      <a16:creationId xmlns:a16="http://schemas.microsoft.com/office/drawing/2014/main" id="{A2932E9E-1BB5-8160-A5F7-77B143B6DAC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9" name="Straight Connector 808">
                  <a:extLst>
                    <a:ext uri="{FF2B5EF4-FFF2-40B4-BE49-F238E27FC236}">
                      <a16:creationId xmlns:a16="http://schemas.microsoft.com/office/drawing/2014/main" id="{575C90B2-F806-CDC8-F0DE-9915C6FD5A15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7" name="Group 479">
                <a:extLst>
                  <a:ext uri="{FF2B5EF4-FFF2-40B4-BE49-F238E27FC236}">
                    <a16:creationId xmlns:a16="http://schemas.microsoft.com/office/drawing/2014/main" id="{A5B5197F-DC0C-17EC-AEED-F789B32ED1FF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800" name="Straight Connector 799">
                  <a:extLst>
                    <a:ext uri="{FF2B5EF4-FFF2-40B4-BE49-F238E27FC236}">
                      <a16:creationId xmlns:a16="http://schemas.microsoft.com/office/drawing/2014/main" id="{F54617D3-EC1B-DF97-AC4D-B3AD209C650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1" name="Straight Connector 800">
                  <a:extLst>
                    <a:ext uri="{FF2B5EF4-FFF2-40B4-BE49-F238E27FC236}">
                      <a16:creationId xmlns:a16="http://schemas.microsoft.com/office/drawing/2014/main" id="{2C2C49FA-5E03-FE67-EEC4-A3F9968058BD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2" name="Straight Connector 801">
                  <a:extLst>
                    <a:ext uri="{FF2B5EF4-FFF2-40B4-BE49-F238E27FC236}">
                      <a16:creationId xmlns:a16="http://schemas.microsoft.com/office/drawing/2014/main" id="{15D26929-ABDB-26A1-54DD-288D100728CC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3" name="Straight Connector 802">
                  <a:extLst>
                    <a:ext uri="{FF2B5EF4-FFF2-40B4-BE49-F238E27FC236}">
                      <a16:creationId xmlns:a16="http://schemas.microsoft.com/office/drawing/2014/main" id="{4FE6742F-4407-9267-1E09-0ED8477A559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4" name="Straight Connector 803">
                  <a:extLst>
                    <a:ext uri="{FF2B5EF4-FFF2-40B4-BE49-F238E27FC236}">
                      <a16:creationId xmlns:a16="http://schemas.microsoft.com/office/drawing/2014/main" id="{93D689B6-12C9-4284-F35B-4B56E32F27F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5" name="Straight Connector 804">
                  <a:extLst>
                    <a:ext uri="{FF2B5EF4-FFF2-40B4-BE49-F238E27FC236}">
                      <a16:creationId xmlns:a16="http://schemas.microsoft.com/office/drawing/2014/main" id="{42651D97-4EFC-B9C4-1D55-BC803564F56F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8" name="Group 486">
                <a:extLst>
                  <a:ext uri="{FF2B5EF4-FFF2-40B4-BE49-F238E27FC236}">
                    <a16:creationId xmlns:a16="http://schemas.microsoft.com/office/drawing/2014/main" id="{12FFA84A-3A60-864D-05B3-879BE0A17776}"/>
                  </a:ext>
                </a:extLst>
              </p:cNvPr>
              <p:cNvGrpSpPr/>
              <p:nvPr/>
            </p:nvGrpSpPr>
            <p:grpSpPr>
              <a:xfrm>
                <a:off x="5029207" y="3657591"/>
                <a:ext cx="152400" cy="381803"/>
                <a:chOff x="4648207" y="3580597"/>
                <a:chExt cx="152400" cy="381803"/>
              </a:xfrm>
              <a:grpFill/>
            </p:grpSpPr>
            <p:grpSp>
              <p:nvGrpSpPr>
                <p:cNvPr id="794" name="Group 436">
                  <a:extLst>
                    <a:ext uri="{FF2B5EF4-FFF2-40B4-BE49-F238E27FC236}">
                      <a16:creationId xmlns:a16="http://schemas.microsoft.com/office/drawing/2014/main" id="{B0892C4D-B9A6-71BB-1D77-69F0580D32FB}"/>
                    </a:ext>
                  </a:extLst>
                </p:cNvPr>
                <p:cNvGrpSpPr/>
                <p:nvPr/>
              </p:nvGrpSpPr>
              <p:grpSpPr>
                <a:xfrm rot="16200000">
                  <a:off x="4572006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796" name="Straight Connector 795">
                    <a:extLst>
                      <a:ext uri="{FF2B5EF4-FFF2-40B4-BE49-F238E27FC236}">
                        <a16:creationId xmlns:a16="http://schemas.microsoft.com/office/drawing/2014/main" id="{6959390A-0A85-614B-7E27-D8268982AEEF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7" name="Straight Connector 796">
                    <a:extLst>
                      <a:ext uri="{FF2B5EF4-FFF2-40B4-BE49-F238E27FC236}">
                        <a16:creationId xmlns:a16="http://schemas.microsoft.com/office/drawing/2014/main" id="{22AF4B20-516C-AE3F-2DCF-1DE5D5F22B4A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8" name="Straight Connector 797">
                    <a:extLst>
                      <a:ext uri="{FF2B5EF4-FFF2-40B4-BE49-F238E27FC236}">
                        <a16:creationId xmlns:a16="http://schemas.microsoft.com/office/drawing/2014/main" id="{6E350237-2E02-B10E-3C40-3E50CDC8603F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9" name="Straight Connector 798">
                    <a:extLst>
                      <a:ext uri="{FF2B5EF4-FFF2-40B4-BE49-F238E27FC236}">
                        <a16:creationId xmlns:a16="http://schemas.microsoft.com/office/drawing/2014/main" id="{436366F5-9E4B-1F1B-CA93-02C1D81E3D56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95" name="Straight Connector 794">
                  <a:extLst>
                    <a:ext uri="{FF2B5EF4-FFF2-40B4-BE49-F238E27FC236}">
                      <a16:creationId xmlns:a16="http://schemas.microsoft.com/office/drawing/2014/main" id="{75295C08-0C5A-C647-DF3E-C368DFE65718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89" name="Straight Connector 788">
                <a:extLst>
                  <a:ext uri="{FF2B5EF4-FFF2-40B4-BE49-F238E27FC236}">
                    <a16:creationId xmlns:a16="http://schemas.microsoft.com/office/drawing/2014/main" id="{E0FDF9A2-58B0-59BE-C717-530B1C0DFB3E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0" name="Straight Connector 789">
                <a:extLst>
                  <a:ext uri="{FF2B5EF4-FFF2-40B4-BE49-F238E27FC236}">
                    <a16:creationId xmlns:a16="http://schemas.microsoft.com/office/drawing/2014/main" id="{AC2A706A-BF24-93B0-D35A-648A38FA57B4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1" name="Oval 790">
                <a:extLst>
                  <a:ext uri="{FF2B5EF4-FFF2-40B4-BE49-F238E27FC236}">
                    <a16:creationId xmlns:a16="http://schemas.microsoft.com/office/drawing/2014/main" id="{D2F90A3A-A63E-E09B-D33F-C0F405C9C816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2" name="Oval 791">
                <a:extLst>
                  <a:ext uri="{FF2B5EF4-FFF2-40B4-BE49-F238E27FC236}">
                    <a16:creationId xmlns:a16="http://schemas.microsoft.com/office/drawing/2014/main" id="{A30C98C3-C017-FFA0-15E6-4B555B6A594D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3" name="Oval 792">
                <a:extLst>
                  <a:ext uri="{FF2B5EF4-FFF2-40B4-BE49-F238E27FC236}">
                    <a16:creationId xmlns:a16="http://schemas.microsoft.com/office/drawing/2014/main" id="{CD489CEA-9A02-0778-AB48-590C425949A3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645" name="Group 703">
              <a:extLst>
                <a:ext uri="{FF2B5EF4-FFF2-40B4-BE49-F238E27FC236}">
                  <a16:creationId xmlns:a16="http://schemas.microsoft.com/office/drawing/2014/main" id="{1EAE8EEF-368B-5F19-4D4C-7DD3F49DF15C}"/>
                </a:ext>
              </a:extLst>
            </p:cNvPr>
            <p:cNvGrpSpPr/>
            <p:nvPr/>
          </p:nvGrpSpPr>
          <p:grpSpPr bwMode="auto">
            <a:xfrm>
              <a:off x="8231077" y="4912220"/>
              <a:ext cx="533400" cy="886302"/>
              <a:chOff x="4876800" y="3633790"/>
              <a:chExt cx="533400" cy="886300"/>
            </a:xfrm>
            <a:solidFill>
              <a:schemeClr val="tx1"/>
            </a:solidFill>
          </p:grpSpPr>
          <p:sp>
            <p:nvSpPr>
              <p:cNvPr id="752" name="Oval 751">
                <a:extLst>
                  <a:ext uri="{FF2B5EF4-FFF2-40B4-BE49-F238E27FC236}">
                    <a16:creationId xmlns:a16="http://schemas.microsoft.com/office/drawing/2014/main" id="{B1B7711F-C6D4-63BB-8274-B5D0CF3D7773}"/>
                  </a:ext>
                </a:extLst>
              </p:cNvPr>
              <p:cNvSpPr/>
              <p:nvPr/>
            </p:nvSpPr>
            <p:spPr>
              <a:xfrm>
                <a:off x="5309710" y="44743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753" name="Group 467">
                <a:extLst>
                  <a:ext uri="{FF2B5EF4-FFF2-40B4-BE49-F238E27FC236}">
                    <a16:creationId xmlns:a16="http://schemas.microsoft.com/office/drawing/2014/main" id="{4E3CBFAA-C0E4-C807-E67D-A02C0008883D}"/>
                  </a:ext>
                </a:extLst>
              </p:cNvPr>
              <p:cNvGrpSpPr/>
              <p:nvPr/>
            </p:nvGrpSpPr>
            <p:grpSpPr>
              <a:xfrm>
                <a:off x="4876800" y="3961606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778" name="Straight Connector 777">
                  <a:extLst>
                    <a:ext uri="{FF2B5EF4-FFF2-40B4-BE49-F238E27FC236}">
                      <a16:creationId xmlns:a16="http://schemas.microsoft.com/office/drawing/2014/main" id="{6E3B3E64-5FAE-1B8D-B079-18423CA949B9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9" name="Straight Connector 778">
                  <a:extLst>
                    <a:ext uri="{FF2B5EF4-FFF2-40B4-BE49-F238E27FC236}">
                      <a16:creationId xmlns:a16="http://schemas.microsoft.com/office/drawing/2014/main" id="{DA26649D-5A16-1627-6F39-38C2CE30854D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0" name="Straight Connector 779">
                  <a:extLst>
                    <a:ext uri="{FF2B5EF4-FFF2-40B4-BE49-F238E27FC236}">
                      <a16:creationId xmlns:a16="http://schemas.microsoft.com/office/drawing/2014/main" id="{7536A9F9-C2DC-7E93-04C0-7259D2B81817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1" name="Straight Connector 780">
                  <a:extLst>
                    <a:ext uri="{FF2B5EF4-FFF2-40B4-BE49-F238E27FC236}">
                      <a16:creationId xmlns:a16="http://schemas.microsoft.com/office/drawing/2014/main" id="{FB2A0963-41DB-B831-5404-B827E95DEB29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2" name="Straight Connector 781">
                  <a:extLst>
                    <a:ext uri="{FF2B5EF4-FFF2-40B4-BE49-F238E27FC236}">
                      <a16:creationId xmlns:a16="http://schemas.microsoft.com/office/drawing/2014/main" id="{82C6E4E8-C340-F828-A271-5A2B6FFE07D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3" name="Straight Connector 782">
                  <a:extLst>
                    <a:ext uri="{FF2B5EF4-FFF2-40B4-BE49-F238E27FC236}">
                      <a16:creationId xmlns:a16="http://schemas.microsoft.com/office/drawing/2014/main" id="{788730C9-9793-81D1-CF32-DE2DF518E822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4" name="Group 474">
                <a:extLst>
                  <a:ext uri="{FF2B5EF4-FFF2-40B4-BE49-F238E27FC236}">
                    <a16:creationId xmlns:a16="http://schemas.microsoft.com/office/drawing/2014/main" id="{7A48256E-2095-A3DE-965D-3BD8B3E4B7EB}"/>
                  </a:ext>
                </a:extLst>
              </p:cNvPr>
              <p:cNvGrpSpPr/>
              <p:nvPr/>
            </p:nvGrpSpPr>
            <p:grpSpPr>
              <a:xfrm rot="16200000">
                <a:off x="5181604" y="4190993"/>
                <a:ext cx="304801" cy="152400"/>
                <a:chOff x="3962400" y="1219994"/>
                <a:chExt cx="533400" cy="304800"/>
              </a:xfrm>
              <a:grpFill/>
            </p:grpSpPr>
            <p:cxnSp>
              <p:nvCxnSpPr>
                <p:cNvPr id="774" name="Straight Connector 773">
                  <a:extLst>
                    <a:ext uri="{FF2B5EF4-FFF2-40B4-BE49-F238E27FC236}">
                      <a16:creationId xmlns:a16="http://schemas.microsoft.com/office/drawing/2014/main" id="{A634251E-B322-51EB-1E1D-B44F6E979C8C}"/>
                    </a:ext>
                  </a:extLst>
                </p:cNvPr>
                <p:cNvCxnSpPr/>
                <p:nvPr/>
              </p:nvCxnSpPr>
              <p:spPr>
                <a:xfrm>
                  <a:off x="39624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5" name="Straight Connector 774">
                  <a:extLst>
                    <a:ext uri="{FF2B5EF4-FFF2-40B4-BE49-F238E27FC236}">
                      <a16:creationId xmlns:a16="http://schemas.microsoft.com/office/drawing/2014/main" id="{FAD41F8D-6D92-096F-670A-975F6B7B988E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386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6" name="Straight Connector 775">
                  <a:extLst>
                    <a:ext uri="{FF2B5EF4-FFF2-40B4-BE49-F238E27FC236}">
                      <a16:creationId xmlns:a16="http://schemas.microsoft.com/office/drawing/2014/main" id="{BDE854C3-1769-FF7E-C34B-FDE563141C9B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4800" y="1371600"/>
                  <a:ext cx="3048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7" name="Straight Connector 776">
                  <a:extLst>
                    <a:ext uri="{FF2B5EF4-FFF2-40B4-BE49-F238E27FC236}">
                      <a16:creationId xmlns:a16="http://schemas.microsoft.com/office/drawing/2014/main" id="{6C651B21-B030-18F0-769D-5A6A26825796}"/>
                    </a:ext>
                  </a:extLst>
                </p:cNvPr>
                <p:cNvCxnSpPr/>
                <p:nvPr/>
              </p:nvCxnSpPr>
              <p:spPr>
                <a:xfrm>
                  <a:off x="4267200" y="1370806"/>
                  <a:ext cx="2286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5" name="Group 479">
                <a:extLst>
                  <a:ext uri="{FF2B5EF4-FFF2-40B4-BE49-F238E27FC236}">
                    <a16:creationId xmlns:a16="http://schemas.microsoft.com/office/drawing/2014/main" id="{F1108ABE-D0F7-9D64-6C61-F8511D6EAC07}"/>
                  </a:ext>
                </a:extLst>
              </p:cNvPr>
              <p:cNvGrpSpPr/>
              <p:nvPr/>
            </p:nvGrpSpPr>
            <p:grpSpPr>
              <a:xfrm>
                <a:off x="5105400" y="3962400"/>
                <a:ext cx="228600" cy="153194"/>
                <a:chOff x="4114800" y="1905000"/>
                <a:chExt cx="228600" cy="153194"/>
              </a:xfrm>
              <a:grpFill/>
            </p:grpSpPr>
            <p:cxnSp>
              <p:nvCxnSpPr>
                <p:cNvPr id="768" name="Straight Connector 767">
                  <a:extLst>
                    <a:ext uri="{FF2B5EF4-FFF2-40B4-BE49-F238E27FC236}">
                      <a16:creationId xmlns:a16="http://schemas.microsoft.com/office/drawing/2014/main" id="{D3EEBF14-6DBB-49E9-A41C-A13D3C82B28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9" name="Straight Connector 768">
                  <a:extLst>
                    <a:ext uri="{FF2B5EF4-FFF2-40B4-BE49-F238E27FC236}">
                      <a16:creationId xmlns:a16="http://schemas.microsoft.com/office/drawing/2014/main" id="{4575D8E2-54BA-6EED-3833-1AFAA9B7D55C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191000" y="1905000"/>
                  <a:ext cx="76200" cy="7620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0" name="Straight Connector 769">
                  <a:extLst>
                    <a:ext uri="{FF2B5EF4-FFF2-40B4-BE49-F238E27FC236}">
                      <a16:creationId xmlns:a16="http://schemas.microsoft.com/office/drawing/2014/main" id="{1D4926FF-CD4D-53E9-19FD-8FD46C545C44}"/>
                    </a:ext>
                  </a:extLst>
                </p:cNvPr>
                <p:cNvCxnSpPr/>
                <p:nvPr/>
              </p:nvCxnSpPr>
              <p:spPr>
                <a:xfrm>
                  <a:off x="4114800" y="1981200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1" name="Straight Connector 770">
                  <a:extLst>
                    <a:ext uri="{FF2B5EF4-FFF2-40B4-BE49-F238E27FC236}">
                      <a16:creationId xmlns:a16="http://schemas.microsoft.com/office/drawing/2014/main" id="{3D275999-3A21-DB93-B45C-296DCAC04ADC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15594" y="1981200"/>
                  <a:ext cx="151606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2" name="Straight Connector 771">
                  <a:extLst>
                    <a:ext uri="{FF2B5EF4-FFF2-40B4-BE49-F238E27FC236}">
                      <a16:creationId xmlns:a16="http://schemas.microsoft.com/office/drawing/2014/main" id="{78101B2E-5C86-9DD8-326B-9C15203155A8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91000" y="1981200"/>
                  <a:ext cx="153194" cy="794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3" name="Straight Connector 772">
                  <a:extLst>
                    <a:ext uri="{FF2B5EF4-FFF2-40B4-BE49-F238E27FC236}">
                      <a16:creationId xmlns:a16="http://schemas.microsoft.com/office/drawing/2014/main" id="{464962AD-9BE0-BDF6-7ED4-23161D59A812}"/>
                    </a:ext>
                  </a:extLst>
                </p:cNvPr>
                <p:cNvCxnSpPr/>
                <p:nvPr/>
              </p:nvCxnSpPr>
              <p:spPr>
                <a:xfrm>
                  <a:off x="4267994" y="1981200"/>
                  <a:ext cx="75406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6" name="Group 486">
                <a:extLst>
                  <a:ext uri="{FF2B5EF4-FFF2-40B4-BE49-F238E27FC236}">
                    <a16:creationId xmlns:a16="http://schemas.microsoft.com/office/drawing/2014/main" id="{F93025E1-8E55-3BA6-B361-1D2D7AB03D60}"/>
                  </a:ext>
                </a:extLst>
              </p:cNvPr>
              <p:cNvGrpSpPr/>
              <p:nvPr/>
            </p:nvGrpSpPr>
            <p:grpSpPr>
              <a:xfrm>
                <a:off x="5029207" y="3657591"/>
                <a:ext cx="152400" cy="381803"/>
                <a:chOff x="4648207" y="3580597"/>
                <a:chExt cx="152400" cy="381803"/>
              </a:xfrm>
              <a:grpFill/>
            </p:grpSpPr>
            <p:grpSp>
              <p:nvGrpSpPr>
                <p:cNvPr id="762" name="Group 436">
                  <a:extLst>
                    <a:ext uri="{FF2B5EF4-FFF2-40B4-BE49-F238E27FC236}">
                      <a16:creationId xmlns:a16="http://schemas.microsoft.com/office/drawing/2014/main" id="{70C9D1C2-52FC-7941-A717-366D7DBEB501}"/>
                    </a:ext>
                  </a:extLst>
                </p:cNvPr>
                <p:cNvGrpSpPr/>
                <p:nvPr/>
              </p:nvGrpSpPr>
              <p:grpSpPr>
                <a:xfrm rot="16200000">
                  <a:off x="4572006" y="3656798"/>
                  <a:ext cx="304801" cy="152400"/>
                  <a:chOff x="3962400" y="1219994"/>
                  <a:chExt cx="533400" cy="304800"/>
                </a:xfrm>
                <a:grpFill/>
              </p:grpSpPr>
              <p:cxnSp>
                <p:nvCxnSpPr>
                  <p:cNvPr id="764" name="Straight Connector 763">
                    <a:extLst>
                      <a:ext uri="{FF2B5EF4-FFF2-40B4-BE49-F238E27FC236}">
                        <a16:creationId xmlns:a16="http://schemas.microsoft.com/office/drawing/2014/main" id="{900BCCAA-6628-2860-A95C-98AB05505FF5}"/>
                      </a:ext>
                    </a:extLst>
                  </p:cNvPr>
                  <p:cNvCxnSpPr/>
                  <p:nvPr/>
                </p:nvCxnSpPr>
                <p:spPr>
                  <a:xfrm>
                    <a:off x="39624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5" name="Straight Connector 764">
                    <a:extLst>
                      <a:ext uri="{FF2B5EF4-FFF2-40B4-BE49-F238E27FC236}">
                        <a16:creationId xmlns:a16="http://schemas.microsoft.com/office/drawing/2014/main" id="{896DD637-9F74-A619-2B45-51FF553C42E5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0386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6" name="Straight Connector 765">
                    <a:extLst>
                      <a:ext uri="{FF2B5EF4-FFF2-40B4-BE49-F238E27FC236}">
                        <a16:creationId xmlns:a16="http://schemas.microsoft.com/office/drawing/2014/main" id="{9FD887E5-B979-E8EF-3C11-E42BDBC0D372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4114800" y="1371600"/>
                    <a:ext cx="3048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7" name="Straight Connector 766">
                    <a:extLst>
                      <a:ext uri="{FF2B5EF4-FFF2-40B4-BE49-F238E27FC236}">
                        <a16:creationId xmlns:a16="http://schemas.microsoft.com/office/drawing/2014/main" id="{07DFB1A3-6D2E-7FDD-D0BF-22AC77C5D585}"/>
                      </a:ext>
                    </a:extLst>
                  </p:cNvPr>
                  <p:cNvCxnSpPr/>
                  <p:nvPr/>
                </p:nvCxnSpPr>
                <p:spPr>
                  <a:xfrm>
                    <a:off x="4267200" y="1370806"/>
                    <a:ext cx="228600" cy="1588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63" name="Straight Connector 762">
                  <a:extLst>
                    <a:ext uri="{FF2B5EF4-FFF2-40B4-BE49-F238E27FC236}">
                      <a16:creationId xmlns:a16="http://schemas.microsoft.com/office/drawing/2014/main" id="{07180BFF-20D8-D30D-8614-0F408D513CB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684713" y="3923506"/>
                  <a:ext cx="76200" cy="1588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57" name="Straight Connector 756">
                <a:extLst>
                  <a:ext uri="{FF2B5EF4-FFF2-40B4-BE49-F238E27FC236}">
                    <a16:creationId xmlns:a16="http://schemas.microsoft.com/office/drawing/2014/main" id="{8CAA6B25-5389-0C7D-06A0-A48D99F7900F}"/>
                  </a:ext>
                </a:extLst>
              </p:cNvPr>
              <p:cNvCxnSpPr/>
              <p:nvPr/>
            </p:nvCxnSpPr>
            <p:spPr>
              <a:xfrm rot="5400000" flipH="1" flipV="1">
                <a:off x="5295900" y="4076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8" name="Straight Connector 757">
                <a:extLst>
                  <a:ext uri="{FF2B5EF4-FFF2-40B4-BE49-F238E27FC236}">
                    <a16:creationId xmlns:a16="http://schemas.microsoft.com/office/drawing/2014/main" id="{0DFC7AC3-C3E7-AA0A-F14F-856BBC1823E5}"/>
                  </a:ext>
                </a:extLst>
              </p:cNvPr>
              <p:cNvCxnSpPr/>
              <p:nvPr/>
            </p:nvCxnSpPr>
            <p:spPr>
              <a:xfrm rot="5400000">
                <a:off x="5295900" y="4457700"/>
                <a:ext cx="76200" cy="15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9" name="Oval 758">
                <a:extLst>
                  <a:ext uri="{FF2B5EF4-FFF2-40B4-BE49-F238E27FC236}">
                    <a16:creationId xmlns:a16="http://schemas.microsoft.com/office/drawing/2014/main" id="{BD6AD392-7B18-A750-A126-60724D1487E2}"/>
                  </a:ext>
                </a:extLst>
              </p:cNvPr>
              <p:cNvSpPr/>
              <p:nvPr/>
            </p:nvSpPr>
            <p:spPr>
              <a:xfrm>
                <a:off x="5081590" y="363379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60" name="Oval 759">
                <a:extLst>
                  <a:ext uri="{FF2B5EF4-FFF2-40B4-BE49-F238E27FC236}">
                    <a16:creationId xmlns:a16="http://schemas.microsoft.com/office/drawing/2014/main" id="{362EF708-111F-60F0-5EE0-7C6665BC43D4}"/>
                  </a:ext>
                </a:extLst>
              </p:cNvPr>
              <p:cNvSpPr/>
              <p:nvPr/>
            </p:nvSpPr>
            <p:spPr>
              <a:xfrm>
                <a:off x="5081590" y="4017171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61" name="Oval 760">
                <a:extLst>
                  <a:ext uri="{FF2B5EF4-FFF2-40B4-BE49-F238E27FC236}">
                    <a16:creationId xmlns:a16="http://schemas.microsoft.com/office/drawing/2014/main" id="{0465E4AD-1945-A780-435D-64B475202AE8}"/>
                  </a:ext>
                </a:extLst>
              </p:cNvPr>
              <p:cNvSpPr/>
              <p:nvPr/>
            </p:nvSpPr>
            <p:spPr>
              <a:xfrm>
                <a:off x="5312571" y="4014310"/>
                <a:ext cx="45719" cy="45719"/>
              </a:xfrm>
              <a:prstGeom prst="ellipse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646" name="Oval 645">
              <a:extLst>
                <a:ext uri="{FF2B5EF4-FFF2-40B4-BE49-F238E27FC236}">
                  <a16:creationId xmlns:a16="http://schemas.microsoft.com/office/drawing/2014/main" id="{AF12B71E-9D02-8CB7-F0B1-0184C6CD6139}"/>
                </a:ext>
              </a:extLst>
            </p:cNvPr>
            <p:cNvSpPr/>
            <p:nvPr/>
          </p:nvSpPr>
          <p:spPr bwMode="auto">
            <a:xfrm>
              <a:off x="9121665" y="5752803"/>
              <a:ext cx="44450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47" name="Group 467">
              <a:extLst>
                <a:ext uri="{FF2B5EF4-FFF2-40B4-BE49-F238E27FC236}">
                  <a16:creationId xmlns:a16="http://schemas.microsoft.com/office/drawing/2014/main" id="{761EA489-5B63-1685-993D-8B7F5FDF51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8277" y="5240041"/>
              <a:ext cx="228600" cy="152400"/>
              <a:chOff x="4114800" y="1905000"/>
              <a:chExt cx="228600" cy="153194"/>
            </a:xfrm>
          </p:grpSpPr>
          <p:cxnSp>
            <p:nvCxnSpPr>
              <p:cNvPr id="746" name="Straight Connector 745">
                <a:extLst>
                  <a:ext uri="{FF2B5EF4-FFF2-40B4-BE49-F238E27FC236}">
                    <a16:creationId xmlns:a16="http://schemas.microsoft.com/office/drawing/2014/main" id="{0A79E58D-70F1-ADD5-3613-633AA5F5590A}"/>
                  </a:ext>
                </a:extLst>
              </p:cNvPr>
              <p:cNvCxnSpPr/>
              <p:nvPr/>
            </p:nvCxnSpPr>
            <p:spPr>
              <a:xfrm rot="5400000" flipH="1" flipV="1">
                <a:off x="4190802" y="1981796"/>
                <a:ext cx="76597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7" name="Straight Connector 746">
                <a:extLst>
                  <a:ext uri="{FF2B5EF4-FFF2-40B4-BE49-F238E27FC236}">
                    <a16:creationId xmlns:a16="http://schemas.microsoft.com/office/drawing/2014/main" id="{8567E459-0257-3951-8705-9B60A60D8559}"/>
                  </a:ext>
                </a:extLst>
              </p:cNvPr>
              <p:cNvCxnSpPr/>
              <p:nvPr/>
            </p:nvCxnSpPr>
            <p:spPr>
              <a:xfrm rot="16200000" flipH="1">
                <a:off x="4190802" y="1905199"/>
                <a:ext cx="76597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8" name="Straight Connector 747">
                <a:extLst>
                  <a:ext uri="{FF2B5EF4-FFF2-40B4-BE49-F238E27FC236}">
                    <a16:creationId xmlns:a16="http://schemas.microsoft.com/office/drawing/2014/main" id="{21AA2AE6-8FEC-4E78-CE74-939F37B8ECCA}"/>
                  </a:ext>
                </a:extLst>
              </p:cNvPr>
              <p:cNvCxnSpPr/>
              <p:nvPr/>
            </p:nvCxnSpPr>
            <p:spPr>
              <a:xfrm>
                <a:off x="4114800" y="1981597"/>
                <a:ext cx="76200" cy="15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FBDADD93-A33E-3700-B8A4-A33E1EE44C68}"/>
                  </a:ext>
                </a:extLst>
              </p:cNvPr>
              <p:cNvCxnSpPr/>
              <p:nvPr/>
            </p:nvCxnSpPr>
            <p:spPr>
              <a:xfrm rot="5400000" flipH="1" flipV="1">
                <a:off x="4115197" y="1980803"/>
                <a:ext cx="15319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249029D5-FFF2-E0FE-888E-32EC1197CD03}"/>
                  </a:ext>
                </a:extLst>
              </p:cNvPr>
              <p:cNvCxnSpPr/>
              <p:nvPr/>
            </p:nvCxnSpPr>
            <p:spPr>
              <a:xfrm rot="5400000" flipH="1" flipV="1">
                <a:off x="4191397" y="1980803"/>
                <a:ext cx="15319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66CB1C71-2F91-F131-FCC6-0C2F50EC21DC}"/>
                  </a:ext>
                </a:extLst>
              </p:cNvPr>
              <p:cNvCxnSpPr/>
              <p:nvPr/>
            </p:nvCxnSpPr>
            <p:spPr>
              <a:xfrm>
                <a:off x="4268788" y="1981597"/>
                <a:ext cx="74612" cy="159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8" name="Group 474">
              <a:extLst>
                <a:ext uri="{FF2B5EF4-FFF2-40B4-BE49-F238E27FC236}">
                  <a16:creationId xmlns:a16="http://schemas.microsoft.com/office/drawing/2014/main" id="{F6EF0982-1CC1-54CE-435E-E9692AC24BBD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8993077" y="5468641"/>
              <a:ext cx="304800" cy="152400"/>
              <a:chOff x="3962400" y="1219994"/>
              <a:chExt cx="533400" cy="304800"/>
            </a:xfrm>
          </p:grpSpPr>
          <p:cxnSp>
            <p:nvCxnSpPr>
              <p:cNvPr id="742" name="Straight Connector 741">
                <a:extLst>
                  <a:ext uri="{FF2B5EF4-FFF2-40B4-BE49-F238E27FC236}">
                    <a16:creationId xmlns:a16="http://schemas.microsoft.com/office/drawing/2014/main" id="{1CA3C992-1E67-D07D-1735-D0312E9A1273}"/>
                  </a:ext>
                </a:extLst>
              </p:cNvPr>
              <p:cNvCxnSpPr/>
              <p:nvPr/>
            </p:nvCxnSpPr>
            <p:spPr>
              <a:xfrm>
                <a:off x="3962400" y="1369220"/>
                <a:ext cx="227806" cy="31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3" name="Straight Connector 742">
                <a:extLst>
                  <a:ext uri="{FF2B5EF4-FFF2-40B4-BE49-F238E27FC236}">
                    <a16:creationId xmlns:a16="http://schemas.microsoft.com/office/drawing/2014/main" id="{6D19EECF-1444-3EA6-1E99-D39A6DE38857}"/>
                  </a:ext>
                </a:extLst>
              </p:cNvPr>
              <p:cNvCxnSpPr/>
              <p:nvPr/>
            </p:nvCxnSpPr>
            <p:spPr>
              <a:xfrm rot="5400000" flipH="1" flipV="1">
                <a:off x="4061421" y="1371005"/>
                <a:ext cx="304800" cy="27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4" name="Straight Connector 743">
                <a:extLst>
                  <a:ext uri="{FF2B5EF4-FFF2-40B4-BE49-F238E27FC236}">
                    <a16:creationId xmlns:a16="http://schemas.microsoft.com/office/drawing/2014/main" id="{D8FEB774-6B72-D949-8941-DF76562372B3}"/>
                  </a:ext>
                </a:extLst>
              </p:cNvPr>
              <p:cNvCxnSpPr/>
              <p:nvPr/>
            </p:nvCxnSpPr>
            <p:spPr>
              <a:xfrm rot="5400000" flipH="1" flipV="1">
                <a:off x="4136430" y="1371005"/>
                <a:ext cx="304800" cy="27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5" name="Straight Connector 744">
                <a:extLst>
                  <a:ext uri="{FF2B5EF4-FFF2-40B4-BE49-F238E27FC236}">
                    <a16:creationId xmlns:a16="http://schemas.microsoft.com/office/drawing/2014/main" id="{E1F12CE0-7B21-059E-9B9C-C73AF6C0E794}"/>
                  </a:ext>
                </a:extLst>
              </p:cNvPr>
              <p:cNvCxnSpPr/>
              <p:nvPr/>
            </p:nvCxnSpPr>
            <p:spPr>
              <a:xfrm>
                <a:off x="4267994" y="1369220"/>
                <a:ext cx="227806" cy="31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9" name="Group 479">
              <a:extLst>
                <a:ext uri="{FF2B5EF4-FFF2-40B4-BE49-F238E27FC236}">
                  <a16:creationId xmlns:a16="http://schemas.microsoft.com/office/drawing/2014/main" id="{D1805DE8-15B4-61B2-B890-56705101DF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16877" y="5240041"/>
              <a:ext cx="228600" cy="153987"/>
              <a:chOff x="4114800" y="1905000"/>
              <a:chExt cx="228600" cy="153194"/>
            </a:xfrm>
          </p:grpSpPr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0E455D77-336C-5BA6-F8F4-20AEDEE5ABDA}"/>
                  </a:ext>
                </a:extLst>
              </p:cNvPr>
              <p:cNvCxnSpPr/>
              <p:nvPr/>
            </p:nvCxnSpPr>
            <p:spPr>
              <a:xfrm rot="5400000" flipH="1" flipV="1">
                <a:off x="4191196" y="1980611"/>
                <a:ext cx="75808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7" name="Straight Connector 736">
                <a:extLst>
                  <a:ext uri="{FF2B5EF4-FFF2-40B4-BE49-F238E27FC236}">
                    <a16:creationId xmlns:a16="http://schemas.microsoft.com/office/drawing/2014/main" id="{4E755DBC-BB0B-7A23-026F-136985864060}"/>
                  </a:ext>
                </a:extLst>
              </p:cNvPr>
              <p:cNvCxnSpPr/>
              <p:nvPr/>
            </p:nvCxnSpPr>
            <p:spPr>
              <a:xfrm rot="16200000" flipH="1">
                <a:off x="4191196" y="1904804"/>
                <a:ext cx="75808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8" name="Straight Connector 737">
                <a:extLst>
                  <a:ext uri="{FF2B5EF4-FFF2-40B4-BE49-F238E27FC236}">
                    <a16:creationId xmlns:a16="http://schemas.microsoft.com/office/drawing/2014/main" id="{C5D1190D-9C7C-EBB6-4972-E26FEDBCE073}"/>
                  </a:ext>
                </a:extLst>
              </p:cNvPr>
              <p:cNvCxnSpPr/>
              <p:nvPr/>
            </p:nvCxnSpPr>
            <p:spPr>
              <a:xfrm>
                <a:off x="4114800" y="1980808"/>
                <a:ext cx="76200" cy="15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9" name="Straight Connector 738">
                <a:extLst>
                  <a:ext uri="{FF2B5EF4-FFF2-40B4-BE49-F238E27FC236}">
                    <a16:creationId xmlns:a16="http://schemas.microsoft.com/office/drawing/2014/main" id="{73DA4606-9D71-40E2-623E-74194724049B}"/>
                  </a:ext>
                </a:extLst>
              </p:cNvPr>
              <p:cNvCxnSpPr/>
              <p:nvPr/>
            </p:nvCxnSpPr>
            <p:spPr>
              <a:xfrm rot="5400000" flipH="1" flipV="1">
                <a:off x="4116775" y="1980803"/>
                <a:ext cx="15003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0" name="Straight Connector 739">
                <a:extLst>
                  <a:ext uri="{FF2B5EF4-FFF2-40B4-BE49-F238E27FC236}">
                    <a16:creationId xmlns:a16="http://schemas.microsoft.com/office/drawing/2014/main" id="{A352AB91-04B9-F787-21AD-5E191FE4B3D7}"/>
                  </a:ext>
                </a:extLst>
              </p:cNvPr>
              <p:cNvCxnSpPr/>
              <p:nvPr/>
            </p:nvCxnSpPr>
            <p:spPr>
              <a:xfrm rot="5400000" flipH="1" flipV="1">
                <a:off x="4191397" y="1980803"/>
                <a:ext cx="15319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1" name="Straight Connector 740">
                <a:extLst>
                  <a:ext uri="{FF2B5EF4-FFF2-40B4-BE49-F238E27FC236}">
                    <a16:creationId xmlns:a16="http://schemas.microsoft.com/office/drawing/2014/main" id="{EDB3E7B3-01C1-4091-E6DF-4E2A5D213BB9}"/>
                  </a:ext>
                </a:extLst>
              </p:cNvPr>
              <p:cNvCxnSpPr/>
              <p:nvPr/>
            </p:nvCxnSpPr>
            <p:spPr>
              <a:xfrm>
                <a:off x="4268788" y="1980808"/>
                <a:ext cx="74612" cy="15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0" name="Group 486">
              <a:extLst>
                <a:ext uri="{FF2B5EF4-FFF2-40B4-BE49-F238E27FC236}">
                  <a16:creationId xmlns:a16="http://schemas.microsoft.com/office/drawing/2014/main" id="{948C2808-C190-1F9A-87B9-E9611CEA4A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40677" y="4935241"/>
              <a:ext cx="152400" cy="382587"/>
              <a:chOff x="4648207" y="3580597"/>
              <a:chExt cx="152400" cy="381803"/>
            </a:xfrm>
          </p:grpSpPr>
          <p:grpSp>
            <p:nvGrpSpPr>
              <p:cNvPr id="730" name="Group 436">
                <a:extLst>
                  <a:ext uri="{FF2B5EF4-FFF2-40B4-BE49-F238E27FC236}">
                    <a16:creationId xmlns:a16="http://schemas.microsoft.com/office/drawing/2014/main" id="{01CD88BF-75AC-1BFB-EB3A-2D027C5BA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4572006" y="3656798"/>
                <a:ext cx="304801" cy="152400"/>
                <a:chOff x="3962400" y="1219994"/>
                <a:chExt cx="533400" cy="304800"/>
              </a:xfrm>
            </p:grpSpPr>
            <p:cxnSp>
              <p:nvCxnSpPr>
                <p:cNvPr id="732" name="Straight Connector 731">
                  <a:extLst>
                    <a:ext uri="{FF2B5EF4-FFF2-40B4-BE49-F238E27FC236}">
                      <a16:creationId xmlns:a16="http://schemas.microsoft.com/office/drawing/2014/main" id="{F97592E3-DBA0-4435-D09A-5EB250F5D73E}"/>
                    </a:ext>
                  </a:extLst>
                </p:cNvPr>
                <p:cNvCxnSpPr/>
                <p:nvPr/>
              </p:nvCxnSpPr>
              <p:spPr>
                <a:xfrm>
                  <a:off x="3963496" y="1369221"/>
                  <a:ext cx="227339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3" name="Straight Connector 732">
                  <a:extLst>
                    <a:ext uri="{FF2B5EF4-FFF2-40B4-BE49-F238E27FC236}">
                      <a16:creationId xmlns:a16="http://schemas.microsoft.com/office/drawing/2014/main" id="{974035E8-9DF2-455B-2CB2-2AC84A8E529F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62000" y="1371008"/>
                  <a:ext cx="304800" cy="277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4" name="Straight Connector 733">
                  <a:extLst>
                    <a:ext uri="{FF2B5EF4-FFF2-40B4-BE49-F238E27FC236}">
                      <a16:creationId xmlns:a16="http://schemas.microsoft.com/office/drawing/2014/main" id="{4E40EBA2-7C2A-8BC0-2221-E6255ABE5B2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36856" y="1371009"/>
                  <a:ext cx="304800" cy="27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5" name="Straight Connector 734">
                  <a:extLst>
                    <a:ext uri="{FF2B5EF4-FFF2-40B4-BE49-F238E27FC236}">
                      <a16:creationId xmlns:a16="http://schemas.microsoft.com/office/drawing/2014/main" id="{67B61024-212F-AFCF-4BC5-E779A55FF282}"/>
                    </a:ext>
                  </a:extLst>
                </p:cNvPr>
                <p:cNvCxnSpPr/>
                <p:nvPr/>
              </p:nvCxnSpPr>
              <p:spPr>
                <a:xfrm>
                  <a:off x="4268462" y="1369221"/>
                  <a:ext cx="227339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1" name="Straight Connector 730">
                <a:extLst>
                  <a:ext uri="{FF2B5EF4-FFF2-40B4-BE49-F238E27FC236}">
                    <a16:creationId xmlns:a16="http://schemas.microsoft.com/office/drawing/2014/main" id="{CAF3D726-643C-6598-DA18-F60A9545FA10}"/>
                  </a:ext>
                </a:extLst>
              </p:cNvPr>
              <p:cNvCxnSpPr/>
              <p:nvPr/>
            </p:nvCxnSpPr>
            <p:spPr>
              <a:xfrm rot="5400000" flipH="1" flipV="1">
                <a:off x="4684004" y="3923584"/>
                <a:ext cx="7604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224AE9F9-6798-0D6F-B364-ED5C50C9E408}"/>
                </a:ext>
              </a:extLst>
            </p:cNvPr>
            <p:cNvCxnSpPr/>
            <p:nvPr/>
          </p:nvCxnSpPr>
          <p:spPr bwMode="auto">
            <a:xfrm rot="5400000" flipH="1" flipV="1">
              <a:off x="9107378" y="5354340"/>
              <a:ext cx="762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103553EC-2703-6BE0-F439-80540BF44B98}"/>
                </a:ext>
              </a:extLst>
            </p:cNvPr>
            <p:cNvCxnSpPr/>
            <p:nvPr/>
          </p:nvCxnSpPr>
          <p:spPr bwMode="auto">
            <a:xfrm rot="5400000">
              <a:off x="9107378" y="5735340"/>
              <a:ext cx="76200" cy="3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3" name="Oval 652">
              <a:extLst>
                <a:ext uri="{FF2B5EF4-FFF2-40B4-BE49-F238E27FC236}">
                  <a16:creationId xmlns:a16="http://schemas.microsoft.com/office/drawing/2014/main" id="{C927051C-AC86-A9B8-C07B-E2E513ECCD3B}"/>
                </a:ext>
              </a:extLst>
            </p:cNvPr>
            <p:cNvSpPr/>
            <p:nvPr/>
          </p:nvSpPr>
          <p:spPr bwMode="auto">
            <a:xfrm>
              <a:off x="8893065" y="5295603"/>
              <a:ext cx="46037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0BEEC729-F066-15A0-5507-C2851AF0013C}"/>
                </a:ext>
              </a:extLst>
            </p:cNvPr>
            <p:cNvSpPr/>
            <p:nvPr/>
          </p:nvSpPr>
          <p:spPr bwMode="auto">
            <a:xfrm>
              <a:off x="9124840" y="5292428"/>
              <a:ext cx="44450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55" name="Group 770">
              <a:extLst>
                <a:ext uri="{FF2B5EF4-FFF2-40B4-BE49-F238E27FC236}">
                  <a16:creationId xmlns:a16="http://schemas.microsoft.com/office/drawing/2014/main" id="{A796DF58-AF98-8EAD-7B1D-A76346308CAB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9216915" y="4893966"/>
              <a:ext cx="152400" cy="76200"/>
              <a:chOff x="2209800" y="1219200"/>
              <a:chExt cx="762000" cy="304800"/>
            </a:xfrm>
          </p:grpSpPr>
          <p:cxnSp>
            <p:nvCxnSpPr>
              <p:cNvPr id="723" name="Straight Connector 722">
                <a:extLst>
                  <a:ext uri="{FF2B5EF4-FFF2-40B4-BE49-F238E27FC236}">
                    <a16:creationId xmlns:a16="http://schemas.microsoft.com/office/drawing/2014/main" id="{1F65D620-A340-0854-C726-A63AF28B4869}"/>
                  </a:ext>
                </a:extLst>
              </p:cNvPr>
              <p:cNvCxnSpPr/>
              <p:nvPr/>
            </p:nvCxnSpPr>
            <p:spPr>
              <a:xfrm>
                <a:off x="2209800" y="1384300"/>
                <a:ext cx="7937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" name="Straight Connector 723">
                <a:extLst>
                  <a:ext uri="{FF2B5EF4-FFF2-40B4-BE49-F238E27FC236}">
                    <a16:creationId xmlns:a16="http://schemas.microsoft.com/office/drawing/2014/main" id="{4A266A85-5027-DED3-63A3-8AD452DBC5D4}"/>
                  </a:ext>
                </a:extLst>
              </p:cNvPr>
              <p:cNvCxnSpPr/>
              <p:nvPr/>
            </p:nvCxnSpPr>
            <p:spPr>
              <a:xfrm rot="5400000" flipH="1" flipV="1">
                <a:off x="2312195" y="1272380"/>
                <a:ext cx="152400" cy="714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" name="Straight Connector 724">
                <a:extLst>
                  <a:ext uri="{FF2B5EF4-FFF2-40B4-BE49-F238E27FC236}">
                    <a16:creationId xmlns:a16="http://schemas.microsoft.com/office/drawing/2014/main" id="{A2304D63-9BBC-BD38-4EC6-45A393FD0F21}"/>
                  </a:ext>
                </a:extLst>
              </p:cNvPr>
              <p:cNvCxnSpPr/>
              <p:nvPr/>
            </p:nvCxnSpPr>
            <p:spPr>
              <a:xfrm rot="16200000" flipH="1">
                <a:off x="2347120" y="1308895"/>
                <a:ext cx="304800" cy="1508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" name="Straight Connector 725">
                <a:extLst>
                  <a:ext uri="{FF2B5EF4-FFF2-40B4-BE49-F238E27FC236}">
                    <a16:creationId xmlns:a16="http://schemas.microsoft.com/office/drawing/2014/main" id="{4947361B-6194-5E94-89CF-9F88E899888B}"/>
                  </a:ext>
                </a:extLst>
              </p:cNvPr>
              <p:cNvCxnSpPr/>
              <p:nvPr/>
            </p:nvCxnSpPr>
            <p:spPr>
              <a:xfrm rot="5400000" flipH="1" flipV="1">
                <a:off x="2438400" y="1292225"/>
                <a:ext cx="304800" cy="1587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7" name="Straight Connector 726">
                <a:extLst>
                  <a:ext uri="{FF2B5EF4-FFF2-40B4-BE49-F238E27FC236}">
                    <a16:creationId xmlns:a16="http://schemas.microsoft.com/office/drawing/2014/main" id="{6B2A4D29-B443-6CAB-0D45-69F1970B1085}"/>
                  </a:ext>
                </a:extLst>
              </p:cNvPr>
              <p:cNvCxnSpPr/>
              <p:nvPr/>
            </p:nvCxnSpPr>
            <p:spPr>
              <a:xfrm rot="16200000" flipH="1">
                <a:off x="2656680" y="1308895"/>
                <a:ext cx="304800" cy="1508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8" name="Straight Connector 727">
                <a:extLst>
                  <a:ext uri="{FF2B5EF4-FFF2-40B4-BE49-F238E27FC236}">
                    <a16:creationId xmlns:a16="http://schemas.microsoft.com/office/drawing/2014/main" id="{E1D36577-01D0-0F73-B875-A2DBD6005C20}"/>
                  </a:ext>
                </a:extLst>
              </p:cNvPr>
              <p:cNvCxnSpPr/>
              <p:nvPr/>
            </p:nvCxnSpPr>
            <p:spPr>
              <a:xfrm rot="5400000" flipH="1" flipV="1">
                <a:off x="2844005" y="1424785"/>
                <a:ext cx="152400" cy="714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9" name="Straight Connector 728">
                <a:extLst>
                  <a:ext uri="{FF2B5EF4-FFF2-40B4-BE49-F238E27FC236}">
                    <a16:creationId xmlns:a16="http://schemas.microsoft.com/office/drawing/2014/main" id="{9C995225-C3B5-AAF5-7596-EA1969F50941}"/>
                  </a:ext>
                </a:extLst>
              </p:cNvPr>
              <p:cNvCxnSpPr/>
              <p:nvPr/>
            </p:nvCxnSpPr>
            <p:spPr>
              <a:xfrm>
                <a:off x="2892425" y="1384300"/>
                <a:ext cx="7937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6" name="Group 778">
              <a:extLst>
                <a:ext uri="{FF2B5EF4-FFF2-40B4-BE49-F238E27FC236}">
                  <a16:creationId xmlns:a16="http://schemas.microsoft.com/office/drawing/2014/main" id="{377CC4FB-6164-2F6D-2ECC-6FC76E828E1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9413765" y="5579766"/>
              <a:ext cx="152400" cy="76200"/>
              <a:chOff x="2209800" y="1219200"/>
              <a:chExt cx="762000" cy="304800"/>
            </a:xfrm>
          </p:grpSpPr>
          <p:cxnSp>
            <p:nvCxnSpPr>
              <p:cNvPr id="716" name="Straight Connector 715">
                <a:extLst>
                  <a:ext uri="{FF2B5EF4-FFF2-40B4-BE49-F238E27FC236}">
                    <a16:creationId xmlns:a16="http://schemas.microsoft.com/office/drawing/2014/main" id="{D6C8A1F1-3C35-9BF6-3D88-BCF8467F0AE3}"/>
                  </a:ext>
                </a:extLst>
              </p:cNvPr>
              <p:cNvCxnSpPr/>
              <p:nvPr/>
            </p:nvCxnSpPr>
            <p:spPr>
              <a:xfrm>
                <a:off x="2209797" y="1371598"/>
                <a:ext cx="7937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7" name="Straight Connector 716">
                <a:extLst>
                  <a:ext uri="{FF2B5EF4-FFF2-40B4-BE49-F238E27FC236}">
                    <a16:creationId xmlns:a16="http://schemas.microsoft.com/office/drawing/2014/main" id="{1501D70B-69ED-27A3-6D8B-70CDB3E2716E}"/>
                  </a:ext>
                </a:extLst>
              </p:cNvPr>
              <p:cNvCxnSpPr/>
              <p:nvPr/>
            </p:nvCxnSpPr>
            <p:spPr>
              <a:xfrm rot="5400000" flipH="1" flipV="1">
                <a:off x="2312195" y="1259680"/>
                <a:ext cx="152400" cy="714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8" name="Straight Connector 717">
                <a:extLst>
                  <a:ext uri="{FF2B5EF4-FFF2-40B4-BE49-F238E27FC236}">
                    <a16:creationId xmlns:a16="http://schemas.microsoft.com/office/drawing/2014/main" id="{DD23B945-095B-229B-C988-EBF5ACC6DC89}"/>
                  </a:ext>
                </a:extLst>
              </p:cNvPr>
              <p:cNvCxnSpPr/>
              <p:nvPr/>
            </p:nvCxnSpPr>
            <p:spPr>
              <a:xfrm rot="16200000" flipH="1">
                <a:off x="2347120" y="1296195"/>
                <a:ext cx="304800" cy="1508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9" name="Straight Connector 718">
                <a:extLst>
                  <a:ext uri="{FF2B5EF4-FFF2-40B4-BE49-F238E27FC236}">
                    <a16:creationId xmlns:a16="http://schemas.microsoft.com/office/drawing/2014/main" id="{EF01B28F-360F-7D68-DF0B-3B60D751965A}"/>
                  </a:ext>
                </a:extLst>
              </p:cNvPr>
              <p:cNvCxnSpPr/>
              <p:nvPr/>
            </p:nvCxnSpPr>
            <p:spPr>
              <a:xfrm rot="5400000" flipH="1" flipV="1">
                <a:off x="2438400" y="1292225"/>
                <a:ext cx="304800" cy="1587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" name="Straight Connector 719">
                <a:extLst>
                  <a:ext uri="{FF2B5EF4-FFF2-40B4-BE49-F238E27FC236}">
                    <a16:creationId xmlns:a16="http://schemas.microsoft.com/office/drawing/2014/main" id="{966454D7-053B-DA2F-F4AA-6E5960413417}"/>
                  </a:ext>
                </a:extLst>
              </p:cNvPr>
              <p:cNvCxnSpPr/>
              <p:nvPr/>
            </p:nvCxnSpPr>
            <p:spPr>
              <a:xfrm rot="16200000" flipH="1">
                <a:off x="2656682" y="1296193"/>
                <a:ext cx="304800" cy="1508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" name="Straight Connector 720">
                <a:extLst>
                  <a:ext uri="{FF2B5EF4-FFF2-40B4-BE49-F238E27FC236}">
                    <a16:creationId xmlns:a16="http://schemas.microsoft.com/office/drawing/2014/main" id="{DD99A68A-8822-8769-BAFA-3C1BDDEABB0F}"/>
                  </a:ext>
                </a:extLst>
              </p:cNvPr>
              <p:cNvCxnSpPr/>
              <p:nvPr/>
            </p:nvCxnSpPr>
            <p:spPr>
              <a:xfrm rot="5400000" flipH="1" flipV="1">
                <a:off x="2844007" y="1412083"/>
                <a:ext cx="152400" cy="714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" name="Straight Connector 721">
                <a:extLst>
                  <a:ext uri="{FF2B5EF4-FFF2-40B4-BE49-F238E27FC236}">
                    <a16:creationId xmlns:a16="http://schemas.microsoft.com/office/drawing/2014/main" id="{C49190B0-CA75-4405-8846-4C467123B9E3}"/>
                  </a:ext>
                </a:extLst>
              </p:cNvPr>
              <p:cNvCxnSpPr/>
              <p:nvPr/>
            </p:nvCxnSpPr>
            <p:spPr>
              <a:xfrm>
                <a:off x="2892422" y="1371598"/>
                <a:ext cx="7937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5DC2DAEE-F6D6-22C4-8256-5848ED84746B}"/>
                </a:ext>
              </a:extLst>
            </p:cNvPr>
            <p:cNvCxnSpPr>
              <a:stCxn id="654" idx="0"/>
            </p:cNvCxnSpPr>
            <p:nvPr/>
          </p:nvCxnSpPr>
          <p:spPr bwMode="auto">
            <a:xfrm rot="16200000" flipV="1">
              <a:off x="8966090" y="5111453"/>
              <a:ext cx="36036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A6E6749F-2750-D1E9-93B7-ECA6D34F8EE2}"/>
                </a:ext>
              </a:extLst>
            </p:cNvPr>
            <p:cNvCxnSpPr/>
            <p:nvPr/>
          </p:nvCxnSpPr>
          <p:spPr bwMode="auto">
            <a:xfrm>
              <a:off x="9145477" y="4932066"/>
              <a:ext cx="762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F07B1F7E-8CDC-D47D-5D14-254ED786A8B6}"/>
                </a:ext>
              </a:extLst>
            </p:cNvPr>
            <p:cNvCxnSpPr/>
            <p:nvPr/>
          </p:nvCxnSpPr>
          <p:spPr bwMode="auto">
            <a:xfrm rot="5400000">
              <a:off x="9454246" y="5502772"/>
              <a:ext cx="762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12A2705F-2643-CDA4-7F37-0FF3A47A8C18}"/>
                </a:ext>
              </a:extLst>
            </p:cNvPr>
            <p:cNvCxnSpPr/>
            <p:nvPr/>
          </p:nvCxnSpPr>
          <p:spPr bwMode="auto">
            <a:xfrm rot="5400000">
              <a:off x="9451071" y="5731372"/>
              <a:ext cx="762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>
              <a:extLst>
                <a:ext uri="{FF2B5EF4-FFF2-40B4-BE49-F238E27FC236}">
                  <a16:creationId xmlns:a16="http://schemas.microsoft.com/office/drawing/2014/main" id="{DB5F5C2A-C167-C492-966A-497EE236406E}"/>
                </a:ext>
              </a:extLst>
            </p:cNvPr>
            <p:cNvCxnSpPr/>
            <p:nvPr/>
          </p:nvCxnSpPr>
          <p:spPr bwMode="auto">
            <a:xfrm>
              <a:off x="9350265" y="4932066"/>
              <a:ext cx="1524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7B4D1735-EF1C-44E5-0CB3-7ECCBCCEC715}"/>
                </a:ext>
              </a:extLst>
            </p:cNvPr>
            <p:cNvCxnSpPr>
              <a:cxnSpLocks/>
              <a:endCxn id="664" idx="0"/>
            </p:cNvCxnSpPr>
            <p:nvPr/>
          </p:nvCxnSpPr>
          <p:spPr bwMode="auto">
            <a:xfrm flipH="1">
              <a:off x="9489171" y="4932066"/>
              <a:ext cx="10320" cy="509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3EFC7B8E-C3A9-B68B-C426-177A7552EC54}"/>
                </a:ext>
              </a:extLst>
            </p:cNvPr>
            <p:cNvSpPr/>
            <p:nvPr/>
          </p:nvSpPr>
          <p:spPr bwMode="auto">
            <a:xfrm>
              <a:off x="9464565" y="5752803"/>
              <a:ext cx="44450" cy="46038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110519F7-BBB5-1DC1-7401-460CBF494B6B}"/>
                </a:ext>
              </a:extLst>
            </p:cNvPr>
            <p:cNvSpPr/>
            <p:nvPr/>
          </p:nvSpPr>
          <p:spPr bwMode="auto">
            <a:xfrm>
              <a:off x="9466152" y="5441653"/>
              <a:ext cx="46038" cy="444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F781B89E-5077-456A-71F8-A6128D593740}"/>
                </a:ext>
              </a:extLst>
            </p:cNvPr>
            <p:cNvCxnSpPr/>
            <p:nvPr/>
          </p:nvCxnSpPr>
          <p:spPr bwMode="auto">
            <a:xfrm>
              <a:off x="9491552" y="5465466"/>
              <a:ext cx="3048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6" name="Group 820">
              <a:extLst>
                <a:ext uri="{FF2B5EF4-FFF2-40B4-BE49-F238E27FC236}">
                  <a16:creationId xmlns:a16="http://schemas.microsoft.com/office/drawing/2014/main" id="{E4C0EFC9-3F6B-A8F3-6D1C-D738524E866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755077" y="5389266"/>
              <a:ext cx="228600" cy="152400"/>
              <a:chOff x="304800" y="2590800"/>
              <a:chExt cx="228600" cy="152400"/>
            </a:xfrm>
          </p:grpSpPr>
          <p:sp>
            <p:nvSpPr>
              <p:cNvPr id="714" name="Oval 713">
                <a:extLst>
                  <a:ext uri="{FF2B5EF4-FFF2-40B4-BE49-F238E27FC236}">
                    <a16:creationId xmlns:a16="http://schemas.microsoft.com/office/drawing/2014/main" id="{C37CEC6F-86F1-B06A-1C4B-290D2C79C6E1}"/>
                  </a:ext>
                </a:extLst>
              </p:cNvPr>
              <p:cNvSpPr/>
              <p:nvPr/>
            </p:nvSpPr>
            <p:spPr>
              <a:xfrm>
                <a:off x="304800" y="2590800"/>
                <a:ext cx="152400" cy="1524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715" name="Straight Connector 714">
                <a:extLst>
                  <a:ext uri="{FF2B5EF4-FFF2-40B4-BE49-F238E27FC236}">
                    <a16:creationId xmlns:a16="http://schemas.microsoft.com/office/drawing/2014/main" id="{1F0FC09C-B1A6-7B64-1AAC-4147B9CD862C}"/>
                  </a:ext>
                </a:extLst>
              </p:cNvPr>
              <p:cNvCxnSpPr>
                <a:stCxn id="714" idx="6"/>
              </p:cNvCxnSpPr>
              <p:nvPr/>
            </p:nvCxnSpPr>
            <p:spPr>
              <a:xfrm>
                <a:off x="457200" y="2667000"/>
                <a:ext cx="762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7" name="Group 823">
              <a:extLst>
                <a:ext uri="{FF2B5EF4-FFF2-40B4-BE49-F238E27FC236}">
                  <a16:creationId xmlns:a16="http://schemas.microsoft.com/office/drawing/2014/main" id="{1FC0AD1B-17A0-11A9-0386-4774750586F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755077" y="5694066"/>
              <a:ext cx="228600" cy="152400"/>
              <a:chOff x="304800" y="2590800"/>
              <a:chExt cx="228600" cy="152400"/>
            </a:xfrm>
          </p:grpSpPr>
          <p:sp>
            <p:nvSpPr>
              <p:cNvPr id="712" name="Oval 711">
                <a:extLst>
                  <a:ext uri="{FF2B5EF4-FFF2-40B4-BE49-F238E27FC236}">
                    <a16:creationId xmlns:a16="http://schemas.microsoft.com/office/drawing/2014/main" id="{EFAE0F59-F5B9-A14F-D605-9715A24ABCB4}"/>
                  </a:ext>
                </a:extLst>
              </p:cNvPr>
              <p:cNvSpPr/>
              <p:nvPr/>
            </p:nvSpPr>
            <p:spPr>
              <a:xfrm>
                <a:off x="304800" y="2590800"/>
                <a:ext cx="152400" cy="1524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713" name="Straight Connector 712">
                <a:extLst>
                  <a:ext uri="{FF2B5EF4-FFF2-40B4-BE49-F238E27FC236}">
                    <a16:creationId xmlns:a16="http://schemas.microsoft.com/office/drawing/2014/main" id="{D35A4C50-260B-462D-6A33-AE4A08B37D59}"/>
                  </a:ext>
                </a:extLst>
              </p:cNvPr>
              <p:cNvCxnSpPr>
                <a:stCxn id="712" idx="6"/>
              </p:cNvCxnSpPr>
              <p:nvPr/>
            </p:nvCxnSpPr>
            <p:spPr>
              <a:xfrm>
                <a:off x="457200" y="2667000"/>
                <a:ext cx="762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8" name="TextBox 826">
              <a:extLst>
                <a:ext uri="{FF2B5EF4-FFF2-40B4-BE49-F238E27FC236}">
                  <a16:creationId xmlns:a16="http://schemas.microsoft.com/office/drawing/2014/main" id="{A552B33F-D4AC-BA88-A11C-181594AC4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3677" y="5384503"/>
              <a:ext cx="5334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 i="1"/>
                <a:t>Lamp current monitor</a:t>
              </a:r>
            </a:p>
          </p:txBody>
        </p:sp>
        <p:sp>
          <p:nvSpPr>
            <p:cNvPr id="669" name="TextBox 827">
              <a:extLst>
                <a:ext uri="{FF2B5EF4-FFF2-40B4-BE49-F238E27FC236}">
                  <a16:creationId xmlns:a16="http://schemas.microsoft.com/office/drawing/2014/main" id="{5DC6AC28-3499-C747-4CF8-5C500306A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4402" y="5513091"/>
              <a:ext cx="5334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/>
                <a:t>10K</a:t>
              </a:r>
              <a:r>
                <a:rPr lang="el-GR" altLang="en-US" sz="800"/>
                <a:t>Ω</a:t>
              </a:r>
              <a:endParaRPr lang="en-US" altLang="en-US" sz="800"/>
            </a:p>
          </p:txBody>
        </p:sp>
        <p:sp>
          <p:nvSpPr>
            <p:cNvPr id="670" name="TextBox 828">
              <a:extLst>
                <a:ext uri="{FF2B5EF4-FFF2-40B4-BE49-F238E27FC236}">
                  <a16:creationId xmlns:a16="http://schemas.microsoft.com/office/drawing/2014/main" id="{9462C3BD-E4BF-94EC-3B95-F9352709C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89122" y="4739978"/>
              <a:ext cx="53340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00"/>
                <a:t>200K</a:t>
              </a:r>
              <a:r>
                <a:rPr lang="el-GR" altLang="en-US" sz="800"/>
                <a:t>Ω</a:t>
              </a:r>
              <a:endParaRPr lang="en-US" altLang="en-US" sz="800"/>
            </a:p>
          </p:txBody>
        </p:sp>
        <p:grpSp>
          <p:nvGrpSpPr>
            <p:cNvPr id="671" name="Group 304">
              <a:extLst>
                <a:ext uri="{FF2B5EF4-FFF2-40B4-BE49-F238E27FC236}">
                  <a16:creationId xmlns:a16="http://schemas.microsoft.com/office/drawing/2014/main" id="{D86EEEBC-C447-9713-0C05-F5F6F5BFA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1290" y="5160666"/>
              <a:ext cx="203200" cy="382587"/>
              <a:chOff x="2209800" y="152400"/>
              <a:chExt cx="457200" cy="381794"/>
            </a:xfrm>
          </p:grpSpPr>
          <p:cxnSp>
            <p:nvCxnSpPr>
              <p:cNvPr id="706" name="Straight Connector 705">
                <a:extLst>
                  <a:ext uri="{FF2B5EF4-FFF2-40B4-BE49-F238E27FC236}">
                    <a16:creationId xmlns:a16="http://schemas.microsoft.com/office/drawing/2014/main" id="{020F0029-C5DB-FA68-A0D6-751FD7EBF1B3}"/>
                  </a:ext>
                </a:extLst>
              </p:cNvPr>
              <p:cNvCxnSpPr/>
              <p:nvPr/>
            </p:nvCxnSpPr>
            <p:spPr>
              <a:xfrm>
                <a:off x="2209800" y="304484"/>
                <a:ext cx="457200" cy="15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7" name="Straight Connector 706">
                <a:extLst>
                  <a:ext uri="{FF2B5EF4-FFF2-40B4-BE49-F238E27FC236}">
                    <a16:creationId xmlns:a16="http://schemas.microsoft.com/office/drawing/2014/main" id="{0103B3B0-2919-B962-4642-E6DBE89814B9}"/>
                  </a:ext>
                </a:extLst>
              </p:cNvPr>
              <p:cNvCxnSpPr/>
              <p:nvPr/>
            </p:nvCxnSpPr>
            <p:spPr>
              <a:xfrm rot="5400000" flipH="1" flipV="1">
                <a:off x="2362358" y="458152"/>
                <a:ext cx="1520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08" name="Group 59">
                <a:extLst>
                  <a:ext uri="{FF2B5EF4-FFF2-40B4-BE49-F238E27FC236}">
                    <a16:creationId xmlns:a16="http://schemas.microsoft.com/office/drawing/2014/main" id="{AA84762E-830D-152C-7D5B-286C6A4CD1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380527"/>
                <a:ext cx="457200" cy="152084"/>
                <a:chOff x="2971800" y="532452"/>
                <a:chExt cx="228600" cy="304167"/>
              </a:xfrm>
            </p:grpSpPr>
            <p:sp>
              <p:nvSpPr>
                <p:cNvPr id="710" name="Arc 709">
                  <a:extLst>
                    <a:ext uri="{FF2B5EF4-FFF2-40B4-BE49-F238E27FC236}">
                      <a16:creationId xmlns:a16="http://schemas.microsoft.com/office/drawing/2014/main" id="{3B7F79BF-9382-6CF1-1FF6-FD565F0C96EE}"/>
                    </a:ext>
                  </a:extLst>
                </p:cNvPr>
                <p:cNvSpPr/>
                <p:nvPr/>
              </p:nvSpPr>
              <p:spPr>
                <a:xfrm>
                  <a:off x="2971800" y="532450"/>
                  <a:ext cx="228600" cy="30416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711" name="Arc 710">
                  <a:extLst>
                    <a:ext uri="{FF2B5EF4-FFF2-40B4-BE49-F238E27FC236}">
                      <a16:creationId xmlns:a16="http://schemas.microsoft.com/office/drawing/2014/main" id="{B704730B-7A94-D1D5-6038-D37ABBBE032D}"/>
                    </a:ext>
                  </a:extLst>
                </p:cNvPr>
                <p:cNvSpPr/>
                <p:nvPr/>
              </p:nvSpPr>
              <p:spPr>
                <a:xfrm flipH="1">
                  <a:off x="2971800" y="532450"/>
                  <a:ext cx="228600" cy="30416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cxnSp>
            <p:nvCxnSpPr>
              <p:cNvPr id="709" name="Straight Connector 708">
                <a:extLst>
                  <a:ext uri="{FF2B5EF4-FFF2-40B4-BE49-F238E27FC236}">
                    <a16:creationId xmlns:a16="http://schemas.microsoft.com/office/drawing/2014/main" id="{2E1C44B5-ADC5-4534-B0BF-BFFB0C265E3A}"/>
                  </a:ext>
                </a:extLst>
              </p:cNvPr>
              <p:cNvCxnSpPr/>
              <p:nvPr/>
            </p:nvCxnSpPr>
            <p:spPr>
              <a:xfrm rot="5400000" flipH="1" flipV="1">
                <a:off x="2364144" y="226656"/>
                <a:ext cx="152084" cy="35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2" name="Group 441">
              <a:extLst>
                <a:ext uri="{FF2B5EF4-FFF2-40B4-BE49-F238E27FC236}">
                  <a16:creationId xmlns:a16="http://schemas.microsoft.com/office/drawing/2014/main" id="{A4FF977D-91CC-D516-2A0F-0D240CD79E7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54465" y="4857453"/>
              <a:ext cx="114300" cy="152400"/>
              <a:chOff x="3009900" y="1493838"/>
              <a:chExt cx="152400" cy="228600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5CAC3DB9-1A17-6E14-BE46-13A32AFF2DB1}"/>
                  </a:ext>
                </a:extLst>
              </p:cNvPr>
              <p:cNvCxnSpPr/>
              <p:nvPr/>
            </p:nvCxnSpPr>
            <p:spPr bwMode="auto">
              <a:xfrm rot="5400000">
                <a:off x="3072210" y="1515402"/>
                <a:ext cx="21431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3A21496B-2016-6C25-A514-844B6181CF38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79750" y="1515269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5C90CDFC-A4C7-86CA-6F5B-3926833392D9}"/>
                  </a:ext>
                </a:extLst>
              </p:cNvPr>
              <p:cNvCxnSpPr/>
              <p:nvPr/>
            </p:nvCxnSpPr>
            <p:spPr bwMode="auto">
              <a:xfrm flipH="1">
                <a:off x="3009900" y="1539083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48C60141-F732-FBB1-4B07-46D64511F6C7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899" y="1586707"/>
                <a:ext cx="152400" cy="428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Straight Connector 702">
                <a:extLst>
                  <a:ext uri="{FF2B5EF4-FFF2-40B4-BE49-F238E27FC236}">
                    <a16:creationId xmlns:a16="http://schemas.microsoft.com/office/drawing/2014/main" id="{7D520D7D-BAAC-AEE1-159A-5BC7479CB5C5}"/>
                  </a:ext>
                </a:extLst>
              </p:cNvPr>
              <p:cNvCxnSpPr/>
              <p:nvPr/>
            </p:nvCxnSpPr>
            <p:spPr bwMode="auto">
              <a:xfrm flipH="1">
                <a:off x="3009900" y="1629570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Straight Connector 703">
                <a:extLst>
                  <a:ext uri="{FF2B5EF4-FFF2-40B4-BE49-F238E27FC236}">
                    <a16:creationId xmlns:a16="http://schemas.microsoft.com/office/drawing/2014/main" id="{B6E34E4C-D248-26B4-8613-AC8B14761D3B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899" y="1677194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Straight Connector 704">
                <a:extLst>
                  <a:ext uri="{FF2B5EF4-FFF2-40B4-BE49-F238E27FC236}">
                    <a16:creationId xmlns:a16="http://schemas.microsoft.com/office/drawing/2014/main" id="{799C6B28-364C-D154-6F85-491C974E9E1B}"/>
                  </a:ext>
                </a:extLst>
              </p:cNvPr>
              <p:cNvCxnSpPr/>
              <p:nvPr/>
            </p:nvCxnSpPr>
            <p:spPr bwMode="auto">
              <a:xfrm rot="5400000">
                <a:off x="3072209" y="1722570"/>
                <a:ext cx="21432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3" name="Group 506">
              <a:extLst>
                <a:ext uri="{FF2B5EF4-FFF2-40B4-BE49-F238E27FC236}">
                  <a16:creationId xmlns:a16="http://schemas.microsoft.com/office/drawing/2014/main" id="{DAA1051B-7171-A215-3028-EADFBEFA66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4427" y="5057478"/>
              <a:ext cx="114300" cy="152400"/>
              <a:chOff x="3009900" y="1493838"/>
              <a:chExt cx="152400" cy="228600"/>
            </a:xfrm>
          </p:grpSpPr>
          <p:cxnSp>
            <p:nvCxnSpPr>
              <p:cNvPr id="692" name="Straight Connector 691">
                <a:extLst>
                  <a:ext uri="{FF2B5EF4-FFF2-40B4-BE49-F238E27FC236}">
                    <a16:creationId xmlns:a16="http://schemas.microsoft.com/office/drawing/2014/main" id="{00D7585E-6737-8126-C1D8-4EF3ABD36FA7}"/>
                  </a:ext>
                </a:extLst>
              </p:cNvPr>
              <p:cNvCxnSpPr/>
              <p:nvPr/>
            </p:nvCxnSpPr>
            <p:spPr bwMode="auto">
              <a:xfrm rot="5400000">
                <a:off x="3072209" y="1503495"/>
                <a:ext cx="21432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3" name="Straight Connector 692">
                <a:extLst>
                  <a:ext uri="{FF2B5EF4-FFF2-40B4-BE49-F238E27FC236}">
                    <a16:creationId xmlns:a16="http://schemas.microsoft.com/office/drawing/2014/main" id="{3753C724-EAEF-97C4-52C2-B03641781F35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79751" y="1515270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Straight Connector 693">
                <a:extLst>
                  <a:ext uri="{FF2B5EF4-FFF2-40B4-BE49-F238E27FC236}">
                    <a16:creationId xmlns:a16="http://schemas.microsoft.com/office/drawing/2014/main" id="{7F2213FD-904E-810A-74C3-6C00747C9863}"/>
                  </a:ext>
                </a:extLst>
              </p:cNvPr>
              <p:cNvCxnSpPr/>
              <p:nvPr/>
            </p:nvCxnSpPr>
            <p:spPr bwMode="auto">
              <a:xfrm flipH="1">
                <a:off x="3009900" y="1539083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5" name="Straight Connector 694">
                <a:extLst>
                  <a:ext uri="{FF2B5EF4-FFF2-40B4-BE49-F238E27FC236}">
                    <a16:creationId xmlns:a16="http://schemas.microsoft.com/office/drawing/2014/main" id="{5520BADB-A6C8-C894-A537-D9BD05675506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900" y="1586708"/>
                <a:ext cx="152400" cy="428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6" name="Straight Connector 695">
                <a:extLst>
                  <a:ext uri="{FF2B5EF4-FFF2-40B4-BE49-F238E27FC236}">
                    <a16:creationId xmlns:a16="http://schemas.microsoft.com/office/drawing/2014/main" id="{622D719F-F73A-3705-929D-2DC4A12F1450}"/>
                  </a:ext>
                </a:extLst>
              </p:cNvPr>
              <p:cNvCxnSpPr/>
              <p:nvPr/>
            </p:nvCxnSpPr>
            <p:spPr bwMode="auto">
              <a:xfrm flipH="1">
                <a:off x="3009900" y="1629570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7" name="Straight Connector 696">
                <a:extLst>
                  <a:ext uri="{FF2B5EF4-FFF2-40B4-BE49-F238E27FC236}">
                    <a16:creationId xmlns:a16="http://schemas.microsoft.com/office/drawing/2014/main" id="{4AFF6094-E094-B7EF-B677-6F2CEE2F78A7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900" y="1677195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8" name="Straight Connector 697">
                <a:extLst>
                  <a:ext uri="{FF2B5EF4-FFF2-40B4-BE49-F238E27FC236}">
                    <a16:creationId xmlns:a16="http://schemas.microsoft.com/office/drawing/2014/main" id="{787663AD-F7CA-AEDD-763E-555E4BDFC375}"/>
                  </a:ext>
                </a:extLst>
              </p:cNvPr>
              <p:cNvCxnSpPr/>
              <p:nvPr/>
            </p:nvCxnSpPr>
            <p:spPr bwMode="auto">
              <a:xfrm rot="5400000">
                <a:off x="3072209" y="1710665"/>
                <a:ext cx="21431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E79328D4-84AD-B530-DA09-10587C818458}"/>
                </a:ext>
              </a:extLst>
            </p:cNvPr>
            <p:cNvCxnSpPr/>
            <p:nvPr/>
          </p:nvCxnSpPr>
          <p:spPr bwMode="auto">
            <a:xfrm rot="5400000">
              <a:off x="4536171" y="4991597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2EE17195-EC34-3E1A-D0B3-2117042D4FA9}"/>
                </a:ext>
              </a:extLst>
            </p:cNvPr>
            <p:cNvCxnSpPr/>
            <p:nvPr/>
          </p:nvCxnSpPr>
          <p:spPr bwMode="auto">
            <a:xfrm>
              <a:off x="4378215" y="4928891"/>
              <a:ext cx="457200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6" name="Group 520">
              <a:extLst>
                <a:ext uri="{FF2B5EF4-FFF2-40B4-BE49-F238E27FC236}">
                  <a16:creationId xmlns:a16="http://schemas.microsoft.com/office/drawing/2014/main" id="{D6CD0B95-D62E-F28F-4C4D-27E3A41C093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382727" y="4866978"/>
              <a:ext cx="114300" cy="152400"/>
              <a:chOff x="3009900" y="1493838"/>
              <a:chExt cx="152400" cy="228600"/>
            </a:xfrm>
          </p:grpSpPr>
          <p:cxnSp>
            <p:nvCxnSpPr>
              <p:cNvPr id="685" name="Straight Connector 684">
                <a:extLst>
                  <a:ext uri="{FF2B5EF4-FFF2-40B4-BE49-F238E27FC236}">
                    <a16:creationId xmlns:a16="http://schemas.microsoft.com/office/drawing/2014/main" id="{B0D5F8C8-F3B0-3559-2C9C-70F8F73CB1A9}"/>
                  </a:ext>
                </a:extLst>
              </p:cNvPr>
              <p:cNvCxnSpPr/>
              <p:nvPr/>
            </p:nvCxnSpPr>
            <p:spPr bwMode="auto">
              <a:xfrm rot="5400000">
                <a:off x="3072209" y="1515401"/>
                <a:ext cx="21432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6" name="Straight Connector 685">
                <a:extLst>
                  <a:ext uri="{FF2B5EF4-FFF2-40B4-BE49-F238E27FC236}">
                    <a16:creationId xmlns:a16="http://schemas.microsoft.com/office/drawing/2014/main" id="{BC3CE70D-EFF7-2A5C-EC4B-1FF52C92D529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79750" y="1515268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7" name="Straight Connector 686">
                <a:extLst>
                  <a:ext uri="{FF2B5EF4-FFF2-40B4-BE49-F238E27FC236}">
                    <a16:creationId xmlns:a16="http://schemas.microsoft.com/office/drawing/2014/main" id="{D68B2EC0-1D07-173E-769C-C71C1868E109}"/>
                  </a:ext>
                </a:extLst>
              </p:cNvPr>
              <p:cNvCxnSpPr/>
              <p:nvPr/>
            </p:nvCxnSpPr>
            <p:spPr bwMode="auto">
              <a:xfrm flipH="1">
                <a:off x="3009900" y="1539081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8" name="Straight Connector 687">
                <a:extLst>
                  <a:ext uri="{FF2B5EF4-FFF2-40B4-BE49-F238E27FC236}">
                    <a16:creationId xmlns:a16="http://schemas.microsoft.com/office/drawing/2014/main" id="{A3CE3D27-8588-381C-E572-1CDF9DDB61A6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899" y="1586705"/>
                <a:ext cx="152400" cy="428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9" name="Straight Connector 688">
                <a:extLst>
                  <a:ext uri="{FF2B5EF4-FFF2-40B4-BE49-F238E27FC236}">
                    <a16:creationId xmlns:a16="http://schemas.microsoft.com/office/drawing/2014/main" id="{B88F3CB6-836C-541A-E227-5CE8910A7746}"/>
                  </a:ext>
                </a:extLst>
              </p:cNvPr>
              <p:cNvCxnSpPr/>
              <p:nvPr/>
            </p:nvCxnSpPr>
            <p:spPr bwMode="auto">
              <a:xfrm flipH="1">
                <a:off x="3009900" y="1629568"/>
                <a:ext cx="152400" cy="476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0" name="Straight Connector 689">
                <a:extLst>
                  <a:ext uri="{FF2B5EF4-FFF2-40B4-BE49-F238E27FC236}">
                    <a16:creationId xmlns:a16="http://schemas.microsoft.com/office/drawing/2014/main" id="{C5115EFA-41BA-211C-D870-05C15A4A111C}"/>
                  </a:ext>
                </a:extLst>
              </p:cNvPr>
              <p:cNvCxnSpPr/>
              <p:nvPr/>
            </p:nvCxnSpPr>
            <p:spPr bwMode="auto">
              <a:xfrm rot="10800000" flipH="1" flipV="1">
                <a:off x="3009899" y="1677193"/>
                <a:ext cx="76200" cy="23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1" name="Straight Connector 690">
                <a:extLst>
                  <a:ext uri="{FF2B5EF4-FFF2-40B4-BE49-F238E27FC236}">
                    <a16:creationId xmlns:a16="http://schemas.microsoft.com/office/drawing/2014/main" id="{B93A2300-FB11-3EC6-51C3-BDBF85C6C03D}"/>
                  </a:ext>
                </a:extLst>
              </p:cNvPr>
              <p:cNvCxnSpPr/>
              <p:nvPr/>
            </p:nvCxnSpPr>
            <p:spPr bwMode="auto">
              <a:xfrm rot="5400000">
                <a:off x="3072210" y="1722570"/>
                <a:ext cx="21431" cy="21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7" name="Group 499">
              <a:extLst>
                <a:ext uri="{FF2B5EF4-FFF2-40B4-BE49-F238E27FC236}">
                  <a16:creationId xmlns:a16="http://schemas.microsoft.com/office/drawing/2014/main" id="{ECAD8688-6A24-70E5-68B1-7B35DA946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5852" y="5324178"/>
              <a:ext cx="152400" cy="457200"/>
              <a:chOff x="3581400" y="2362201"/>
              <a:chExt cx="152400" cy="457199"/>
            </a:xfrm>
          </p:grpSpPr>
          <p:grpSp>
            <p:nvGrpSpPr>
              <p:cNvPr id="678" name="Group 441">
                <a:extLst>
                  <a:ext uri="{FF2B5EF4-FFF2-40B4-BE49-F238E27FC236}">
                    <a16:creationId xmlns:a16="http://schemas.microsoft.com/office/drawing/2014/main" id="{832AD61B-94AB-82F1-C0BA-23626D6200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3505202" y="2514600"/>
                <a:ext cx="304800" cy="152401"/>
                <a:chOff x="3962397" y="1219993"/>
                <a:chExt cx="533398" cy="304801"/>
              </a:xfrm>
            </p:grpSpPr>
            <p:cxnSp>
              <p:nvCxnSpPr>
                <p:cNvPr id="681" name="Straight Connector 680">
                  <a:extLst>
                    <a:ext uri="{FF2B5EF4-FFF2-40B4-BE49-F238E27FC236}">
                      <a16:creationId xmlns:a16="http://schemas.microsoft.com/office/drawing/2014/main" id="{F313B165-1C25-35A4-826C-1448502C7D47}"/>
                    </a:ext>
                  </a:extLst>
                </p:cNvPr>
                <p:cNvCxnSpPr/>
                <p:nvPr/>
              </p:nvCxnSpPr>
              <p:spPr>
                <a:xfrm>
                  <a:off x="3962399" y="1369215"/>
                  <a:ext cx="227805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2" name="Straight Connector 681">
                  <a:extLst>
                    <a:ext uri="{FF2B5EF4-FFF2-40B4-BE49-F238E27FC236}">
                      <a16:creationId xmlns:a16="http://schemas.microsoft.com/office/drawing/2014/main" id="{CBC08692-BC93-5581-78D8-C79337E1CDC1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061417" y="1371000"/>
                  <a:ext cx="304799" cy="27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>
                  <a:extLst>
                    <a:ext uri="{FF2B5EF4-FFF2-40B4-BE49-F238E27FC236}">
                      <a16:creationId xmlns:a16="http://schemas.microsoft.com/office/drawing/2014/main" id="{64CBA7A8-17F7-6E34-18FC-44FD78C729E7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136426" y="1370999"/>
                  <a:ext cx="304799" cy="277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4" name="Straight Connector 683">
                  <a:extLst>
                    <a:ext uri="{FF2B5EF4-FFF2-40B4-BE49-F238E27FC236}">
                      <a16:creationId xmlns:a16="http://schemas.microsoft.com/office/drawing/2014/main" id="{872CBD58-F251-79FD-D757-A0314F9B0F73}"/>
                    </a:ext>
                  </a:extLst>
                </p:cNvPr>
                <p:cNvCxnSpPr/>
                <p:nvPr/>
              </p:nvCxnSpPr>
              <p:spPr>
                <a:xfrm>
                  <a:off x="4267990" y="1369215"/>
                  <a:ext cx="227805" cy="3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79" name="Straight Connector 678">
                <a:extLst>
                  <a:ext uri="{FF2B5EF4-FFF2-40B4-BE49-F238E27FC236}">
                    <a16:creationId xmlns:a16="http://schemas.microsoft.com/office/drawing/2014/main" id="{C6BD625A-1848-B96E-5B90-13ADF3DE82D1}"/>
                  </a:ext>
                </a:extLst>
              </p:cNvPr>
              <p:cNvCxnSpPr/>
              <p:nvPr/>
            </p:nvCxnSpPr>
            <p:spPr bwMode="auto">
              <a:xfrm rot="5400000" flipH="1" flipV="1">
                <a:off x="3620294" y="2780506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0" name="Straight Connector 679">
                <a:extLst>
                  <a:ext uri="{FF2B5EF4-FFF2-40B4-BE49-F238E27FC236}">
                    <a16:creationId xmlns:a16="http://schemas.microsoft.com/office/drawing/2014/main" id="{B3C9C06C-D624-2A90-ACDE-715D48044E76}"/>
                  </a:ext>
                </a:extLst>
              </p:cNvPr>
              <p:cNvCxnSpPr/>
              <p:nvPr/>
            </p:nvCxnSpPr>
            <p:spPr bwMode="auto">
              <a:xfrm rot="5400000">
                <a:off x="3620294" y="2399507"/>
                <a:ext cx="76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12" name="TextBox 1011">
            <a:extLst>
              <a:ext uri="{FF2B5EF4-FFF2-40B4-BE49-F238E27FC236}">
                <a16:creationId xmlns:a16="http://schemas.microsoft.com/office/drawing/2014/main" id="{97D525BF-A0C5-E1C9-0188-D825D5C16C0A}"/>
              </a:ext>
            </a:extLst>
          </p:cNvPr>
          <p:cNvSpPr txBox="1"/>
          <p:nvPr/>
        </p:nvSpPr>
        <p:spPr>
          <a:xfrm>
            <a:off x="3909795" y="3899935"/>
            <a:ext cx="3582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Example: </a:t>
            </a:r>
            <a:r>
              <a:rPr lang="en-US" altLang="en-US" dirty="0"/>
              <a:t>Neon Lamp power supply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5997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67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Behzad Nouri</dc:creator>
  <cp:lastModifiedBy>Behzad Nouri</cp:lastModifiedBy>
  <cp:revision>24</cp:revision>
  <dcterms:created xsi:type="dcterms:W3CDTF">2014-08-26T23:43:54Z</dcterms:created>
  <dcterms:modified xsi:type="dcterms:W3CDTF">2024-11-04T23:31:14Z</dcterms:modified>
</cp:coreProperties>
</file>