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77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B815-9A8F-7937-FED1-8DC973B6D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E9D7A-8E73-8F45-7EA0-C66C08778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2813B-B16C-D94F-72C4-A19305DC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4910-3795-BB90-DB78-910AF75D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73B8-DE8F-B21E-BFBC-B6FE0DC9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6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88CF-B66E-3519-D08D-BCA58893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2BB4-8254-2A60-E8CA-72D85954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2B79A-77C5-E96C-A98E-5720101C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4DDCE-8D80-924B-0434-F2688148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F5BA6-10F3-E971-856C-1008D402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1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702E-5CE3-ED1D-BD55-6C9AA937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025A1-780A-9CCB-77DB-D714B201C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C9C8-3716-733F-0E92-E2FCEE7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FA8A5-72FF-0704-3E97-3F7936E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BCE39-8AD2-0318-600E-E23EC821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FC00-BB90-F178-6F37-C4893864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F04FE-496F-D49C-2C24-898F7B552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AE16D-4A96-8687-94F1-2F0D3B439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16BA9-63DF-3900-356A-02CB20C45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59282-D5CB-6975-0768-351DA3D82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ABA9-7F8C-634B-8772-49B8EB6E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3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4446-C1D8-E163-3FCD-59C6F276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76E28-CAC3-8F05-A425-3BBDB159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12D03-2E1D-CBCE-E1BD-1188DE63B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61223B-BB23-8E81-B3D9-E385A4146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FDDA9-52E1-E054-F6A1-C7CD7997A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534262-796D-5FBF-ABFE-F7D2F4C4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5C181-4A3B-4394-66A4-DFD56BCE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82B18-A408-7858-8FB1-18679E9F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1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8E83-42D8-0C11-B6B7-06F832A4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AB38B-7FF9-96DF-ECDD-8082217A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A3E50-0C28-46CC-6252-B240B300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930A5-DBF0-255F-0AFB-9B65289E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2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74C75-73C0-3660-F736-FFCB17CA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01688-FD6E-4DBF-74D6-85ADE4E0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3FDC-3E4E-78DC-1058-5CA96310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9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4000-4BE6-0C87-AEF1-4D44B96E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FC37B-ACE7-78FC-FB18-308F52E3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43802-AE2C-4C99-D396-E79DB2ECB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1D232-6229-8109-96D4-4975015B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7F2EB-D711-C821-BEBE-F5D6BD92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46C1A-8899-89F0-BD32-54508DED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8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A27D-F371-95AD-9135-86F4A125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CC37C-EA82-7C7E-7118-2CFC1C385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4BF0C-F7E0-9B32-D4BF-313720FAA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1C29A-F49E-9825-9042-3045A753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EC044-056A-652B-A2E3-7A12A1D04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322E-FA5E-E34F-835A-DFB8269E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F4FF-690F-C473-D06F-3D4316EC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CE1A3-8EDE-80EE-E6B2-9711EEACE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2767B-1473-3D81-05B6-2CCF3337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1EB77-5652-DE20-7088-E267B04D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06EE2-2FFF-1050-9A28-21ED7510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5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6E7C1-D15D-9279-FE5A-B7FB404401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7429A-C676-E94B-507F-DCD8953EB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5C868-6F3F-96F3-22BF-40B8439E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B8187-9198-B093-8603-8F21F720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31F1A-FBF5-27EB-68B3-040745F5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9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9FDE3-D715-34FA-C705-53AE0CA4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4EF63-5FE6-9351-578C-8C19D651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43D3D-1A04-4CD4-7D3E-F79DC972E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E82A0-73CC-45E6-8D7D-045F8D7DE9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23EE6-BF1D-1FE4-7CBD-8EF6C764D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9A0CF-63D4-477A-7FD4-056D54E2B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4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.png"/><Relationship Id="rId18" Type="http://schemas.openxmlformats.org/officeDocument/2006/relationships/oleObject" Target="../embeddings/oleObject1.bin"/><Relationship Id="rId3" Type="http://schemas.openxmlformats.org/officeDocument/2006/relationships/tags" Target="../tags/tag3.xml"/><Relationship Id="rId21" Type="http://schemas.openxmlformats.org/officeDocument/2006/relationships/image" Target="../media/image9.png"/><Relationship Id="rId7" Type="http://schemas.openxmlformats.org/officeDocument/2006/relationships/tags" Target="../tags/tag7.xml"/><Relationship Id="rId12" Type="http://schemas.openxmlformats.org/officeDocument/2006/relationships/image" Target="../media/image1.png"/><Relationship Id="rId17" Type="http://schemas.openxmlformats.org/officeDocument/2006/relationships/image" Target="../media/image6.png"/><Relationship Id="rId2" Type="http://schemas.openxmlformats.org/officeDocument/2006/relationships/tags" Target="../tags/tag2.xml"/><Relationship Id="rId16" Type="http://schemas.openxmlformats.org/officeDocument/2006/relationships/image" Target="../media/image5.png"/><Relationship Id="rId20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5" Type="http://schemas.openxmlformats.org/officeDocument/2006/relationships/image" Target="../media/image4.png"/><Relationship Id="rId10" Type="http://schemas.openxmlformats.org/officeDocument/2006/relationships/tags" Target="../tags/tag10.xml"/><Relationship Id="rId19" Type="http://schemas.openxmlformats.org/officeDocument/2006/relationships/image" Target="../media/image7.w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png"/><Relationship Id="rId22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tags" Target="../tags/tag14.xml"/><Relationship Id="rId7" Type="http://schemas.openxmlformats.org/officeDocument/2006/relationships/oleObject" Target="../embeddings/oleObject1.bin"/><Relationship Id="rId12" Type="http://schemas.openxmlformats.org/officeDocument/2006/relationships/image" Target="../media/image15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5" Type="http://schemas.openxmlformats.org/officeDocument/2006/relationships/tags" Target="../tags/tag16.xml"/><Relationship Id="rId10" Type="http://schemas.openxmlformats.org/officeDocument/2006/relationships/image" Target="../media/image13.png"/><Relationship Id="rId4" Type="http://schemas.openxmlformats.org/officeDocument/2006/relationships/tags" Target="../tags/tag15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6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29625CD-D4B0-90F1-35C1-A195FC538E54}"/>
              </a:ext>
            </a:extLst>
          </p:cNvPr>
          <p:cNvGrpSpPr/>
          <p:nvPr/>
        </p:nvGrpSpPr>
        <p:grpSpPr>
          <a:xfrm>
            <a:off x="2376104" y="1606504"/>
            <a:ext cx="2468618" cy="1362286"/>
            <a:chOff x="2318402" y="1742032"/>
            <a:chExt cx="1847404" cy="91688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DC94415-83D0-CBCA-E82F-21680BE40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8402" y="1742032"/>
              <a:ext cx="1746340" cy="707398"/>
            </a:xfrm>
            <a:prstGeom prst="line">
              <a:avLst/>
            </a:prstGeom>
            <a:ln>
              <a:bevel/>
              <a:headEnd type="none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1D2B9C-BA4E-D710-62E7-18520D855A46}"/>
                </a:ext>
              </a:extLst>
            </p:cNvPr>
            <p:cNvCxnSpPr>
              <a:cxnSpLocks/>
            </p:cNvCxnSpPr>
            <p:nvPr/>
          </p:nvCxnSpPr>
          <p:spPr>
            <a:xfrm>
              <a:off x="2325835" y="2471929"/>
              <a:ext cx="72660" cy="186986"/>
            </a:xfrm>
            <a:prstGeom prst="line">
              <a:avLst/>
            </a:prstGeom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9D52A93-5D89-DC12-489D-481C4182573C}"/>
                </a:ext>
              </a:extLst>
            </p:cNvPr>
            <p:cNvCxnSpPr>
              <a:cxnSpLocks/>
            </p:cNvCxnSpPr>
            <p:nvPr/>
          </p:nvCxnSpPr>
          <p:spPr>
            <a:xfrm>
              <a:off x="4066714" y="1742032"/>
              <a:ext cx="99092" cy="213881"/>
            </a:xfrm>
            <a:prstGeom prst="line">
              <a:avLst/>
            </a:prstGeom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CB34CB4-C31F-EE97-8EA3-49B6F73FD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9920" y="1873250"/>
              <a:ext cx="1764390" cy="715815"/>
            </a:xfrm>
            <a:prstGeom prst="line">
              <a:avLst/>
            </a:prstGeom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147A7D-4BEC-3010-E308-4378DA551DD5}"/>
                </a:ext>
              </a:extLst>
            </p:cNvPr>
            <p:cNvCxnSpPr/>
            <p:nvPr/>
          </p:nvCxnSpPr>
          <p:spPr>
            <a:xfrm flipH="1">
              <a:off x="2354010" y="2546202"/>
              <a:ext cx="38100" cy="85725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791E783-CF02-4583-2B22-F5F0AADA1CBD}"/>
                </a:ext>
              </a:extLst>
            </p:cNvPr>
            <p:cNvCxnSpPr/>
            <p:nvPr/>
          </p:nvCxnSpPr>
          <p:spPr>
            <a:xfrm flipH="1">
              <a:off x="4108827" y="1830388"/>
              <a:ext cx="38100" cy="85725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v}=&#10;\begin{bmatrix}v_1\\v_2\\\vdots\\v_n\end{bmatrix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905B4A37-1B9F-CC55-0203-79FA2F540F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04" y="1450879"/>
            <a:ext cx="1005714" cy="1362286"/>
          </a:xfrm>
          <a:prstGeom prst="rect">
            <a:avLst/>
          </a:prstGeom>
        </p:spPr>
      </p:pic>
      <p:pic>
        <p:nvPicPr>
          <p:cNvPr id="31" name="Picture 30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v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66BDB231-116A-7F28-EA65-89B6354C49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563" y="1924284"/>
            <a:ext cx="175543" cy="137143"/>
          </a:xfrm>
          <a:prstGeom prst="rect">
            <a:avLst/>
          </a:prstGeom>
        </p:spPr>
      </p:pic>
      <p:pic>
        <p:nvPicPr>
          <p:cNvPr id="34" name="Picture 33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|\mat{v}\|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C51C98DC-E025-3C1B-B7D8-11F1A1F9C6B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790" y="2436050"/>
            <a:ext cx="416915" cy="30720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577A1A-B17E-ACAE-3273-6BEF35113D10}"/>
              </a:ext>
            </a:extLst>
          </p:cNvPr>
          <p:cNvCxnSpPr>
            <a:cxnSpLocks/>
          </p:cNvCxnSpPr>
          <p:nvPr/>
        </p:nvCxnSpPr>
        <p:spPr>
          <a:xfrm flipV="1">
            <a:off x="3097730" y="4078022"/>
            <a:ext cx="2333570" cy="1051037"/>
          </a:xfrm>
          <a:prstGeom prst="line">
            <a:avLst/>
          </a:prstGeom>
          <a:ln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egin{bmatrix}v_1\\v_2\\\vdots\\v_n\end{bmatrix}\:=\:\mat{v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7DF119B9-0A80-428A-6413-1E2FB62D512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404" y="3688709"/>
            <a:ext cx="1115428" cy="1362286"/>
          </a:xfrm>
          <a:prstGeom prst="rect">
            <a:avLst/>
          </a:prstGeom>
        </p:spPr>
      </p:pic>
      <p:pic>
        <p:nvPicPr>
          <p:cNvPr id="52" name="Picture 51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\hat{v}}\:=\:\dfrac{\mat{v}}{\|\mat{v}\|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E1A720B5-4B19-6E7A-DDF1-878C3C6A5C6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59" y="4945704"/>
            <a:ext cx="1256230" cy="630858"/>
          </a:xfrm>
          <a:prstGeom prst="rect">
            <a:avLst/>
          </a:prstGeom>
        </p:spPr>
      </p:pic>
      <p:sp>
        <p:nvSpPr>
          <p:cNvPr id="48" name="Arc 47">
            <a:extLst>
              <a:ext uri="{FF2B5EF4-FFF2-40B4-BE49-F238E27FC236}">
                <a16:creationId xmlns:a16="http://schemas.microsoft.com/office/drawing/2014/main" id="{A4FEF75C-C1E9-12B3-60C4-B3D9E67EE4B7}"/>
              </a:ext>
            </a:extLst>
          </p:cNvPr>
          <p:cNvSpPr/>
          <p:nvPr/>
        </p:nvSpPr>
        <p:spPr>
          <a:xfrm rot="21361352">
            <a:off x="2782605" y="4188353"/>
            <a:ext cx="1473457" cy="739600"/>
          </a:xfrm>
          <a:prstGeom prst="arc">
            <a:avLst>
              <a:gd name="adj1" fmla="val 13468588"/>
              <a:gd name="adj2" fmla="val 21456225"/>
            </a:avLst>
          </a:prstGeom>
          <a:ln w="9525"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B927099-AC24-D38F-6970-CDCFE2AE2988}"/>
              </a:ext>
            </a:extLst>
          </p:cNvPr>
          <p:cNvCxnSpPr/>
          <p:nvPr/>
        </p:nvCxnSpPr>
        <p:spPr>
          <a:xfrm flipV="1">
            <a:off x="3097730" y="4886325"/>
            <a:ext cx="526060" cy="24273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A772965A-708D-803D-CEFD-8C57930FA43B}"/>
              </a:ext>
            </a:extLst>
          </p:cNvPr>
          <p:cNvSpPr/>
          <p:nvPr/>
        </p:nvSpPr>
        <p:spPr>
          <a:xfrm rot="11842832">
            <a:off x="3352730" y="4975128"/>
            <a:ext cx="822374" cy="428101"/>
          </a:xfrm>
          <a:prstGeom prst="arc">
            <a:avLst>
              <a:gd name="adj1" fmla="val 11386572"/>
              <a:gd name="adj2" fmla="val 21456225"/>
            </a:avLst>
          </a:prstGeom>
          <a:ln w="9525"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v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94BDE4CE-67C2-B76C-3CE9-18E8D0A234C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858" y="3866592"/>
            <a:ext cx="263931" cy="206196"/>
          </a:xfrm>
          <a:prstGeom prst="rect">
            <a:avLst/>
          </a:prstGeom>
        </p:spPr>
      </p:pic>
      <p:pic>
        <p:nvPicPr>
          <p:cNvPr id="58" name="Picture 57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mat{\hat{v}}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05EF8EE2-BD80-B266-2F52-7C223C1CB12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403" y="4676699"/>
            <a:ext cx="263931" cy="321666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B4C7372-835F-8A0D-B87C-9995CA4D42EB}"/>
              </a:ext>
            </a:extLst>
          </p:cNvPr>
          <p:cNvCxnSpPr/>
          <p:nvPr/>
        </p:nvCxnSpPr>
        <p:spPr>
          <a:xfrm flipV="1">
            <a:off x="6838950" y="1377308"/>
            <a:ext cx="41910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E038F41-2DB9-301A-F2EB-E8AD4ABD2348}"/>
              </a:ext>
            </a:extLst>
          </p:cNvPr>
          <p:cNvCxnSpPr/>
          <p:nvPr/>
        </p:nvCxnSpPr>
        <p:spPr>
          <a:xfrm rot="5400000" flipH="1" flipV="1">
            <a:off x="6648450" y="729608"/>
            <a:ext cx="2286000" cy="19050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8523C3BD-7044-9A9F-F69A-014368C2C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027214"/>
              </p:ext>
            </p:extLst>
          </p:nvPr>
        </p:nvGraphicFramePr>
        <p:xfrm>
          <a:off x="7429276" y="1986908"/>
          <a:ext cx="33564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5" imgH="177415" progId="Equation.3">
                  <p:embed/>
                </p:oleObj>
              </mc:Choice>
              <mc:Fallback>
                <p:oleObj name="Equation" r:id="rId18" imgW="126725" imgH="177415" progId="Equation.3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CF31D557-8DE4-0850-F62F-2B6D86ABFA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276" y="1986908"/>
                        <a:ext cx="33564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692006DC-78D2-AF79-10B6-85EA71C454F5}"/>
              </a:ext>
            </a:extLst>
          </p:cNvPr>
          <p:cNvSpPr txBox="1"/>
          <p:nvPr/>
        </p:nvSpPr>
        <p:spPr>
          <a:xfrm>
            <a:off x="8439150" y="81908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u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0C3E0-397A-330C-F133-EF20C8563871}"/>
              </a:ext>
            </a:extLst>
          </p:cNvPr>
          <p:cNvSpPr txBox="1"/>
          <p:nvPr/>
        </p:nvSpPr>
        <p:spPr>
          <a:xfrm>
            <a:off x="11029950" y="99630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</a:t>
            </a:r>
          </a:p>
        </p:txBody>
      </p:sp>
      <p:pic>
        <p:nvPicPr>
          <p:cNvPr id="94" name="Picture 93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lue{\|\mat{v}\|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2B287395-6881-A3BB-3947-4A85CCC9DBB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250" y="1425576"/>
            <a:ext cx="486400" cy="358400"/>
          </a:xfrm>
          <a:prstGeom prst="rect">
            <a:avLst/>
          </a:prstGeom>
        </p:spPr>
      </p:pic>
      <p:pic>
        <p:nvPicPr>
          <p:cNvPr id="92" name="Picture 91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definecolor{red}{RGB}{192,0,0}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mat{u}\|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D4C75F66-DF57-AC9D-440B-013FBDC97EE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250" y="1267443"/>
            <a:ext cx="492800" cy="358400"/>
          </a:xfrm>
          <a:prstGeom prst="rect">
            <a:avLst/>
          </a:prstGeom>
        </p:spPr>
      </p:pic>
      <p:sp>
        <p:nvSpPr>
          <p:cNvPr id="74" name="Arc 73">
            <a:extLst>
              <a:ext uri="{FF2B5EF4-FFF2-40B4-BE49-F238E27FC236}">
                <a16:creationId xmlns:a16="http://schemas.microsoft.com/office/drawing/2014/main" id="{7AF51E9C-7053-8A6C-7635-9084298108C7}"/>
              </a:ext>
            </a:extLst>
          </p:cNvPr>
          <p:cNvSpPr/>
          <p:nvPr/>
        </p:nvSpPr>
        <p:spPr>
          <a:xfrm rot="2123154">
            <a:off x="7045836" y="2435221"/>
            <a:ext cx="344742" cy="243626"/>
          </a:xfrm>
          <a:prstGeom prst="arc">
            <a:avLst>
              <a:gd name="adj1" fmla="val 1363869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0" name="Picture 89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theta=\angle\left(\mat{v},\mat{u}\right)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CF8FFA4B-AE7F-ECBB-F227-3851EC8EA57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728" y="2657541"/>
            <a:ext cx="1792001" cy="358400"/>
          </a:xfrm>
          <a:prstGeom prst="rect">
            <a:avLst/>
          </a:prstGeom>
        </p:spPr>
      </p:pic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7DEB101-56CB-4252-E3C2-BC44A7FE16FA}"/>
              </a:ext>
            </a:extLst>
          </p:cNvPr>
          <p:cNvCxnSpPr>
            <a:cxnSpLocks/>
          </p:cNvCxnSpPr>
          <p:nvPr/>
        </p:nvCxnSpPr>
        <p:spPr>
          <a:xfrm flipH="1" flipV="1">
            <a:off x="7429276" y="2520308"/>
            <a:ext cx="619349" cy="209384"/>
          </a:xfrm>
          <a:prstGeom prst="straightConnector1">
            <a:avLst/>
          </a:prstGeom>
          <a:ln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40BE10F-7B01-AE11-3B16-6A271DAA6F11}"/>
              </a:ext>
            </a:extLst>
          </p:cNvPr>
          <p:cNvCxnSpPr>
            <a:cxnSpLocks/>
          </p:cNvCxnSpPr>
          <p:nvPr/>
        </p:nvCxnSpPr>
        <p:spPr>
          <a:xfrm flipV="1">
            <a:off x="7133750" y="5024728"/>
            <a:ext cx="2776979" cy="99569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1252AE6-A4D1-52F5-D52C-8B75C733778A}"/>
              </a:ext>
            </a:extLst>
          </p:cNvPr>
          <p:cNvCxnSpPr>
            <a:cxnSpLocks/>
          </p:cNvCxnSpPr>
          <p:nvPr/>
        </p:nvCxnSpPr>
        <p:spPr>
          <a:xfrm flipV="1">
            <a:off x="6854213" y="5024728"/>
            <a:ext cx="1179537" cy="424195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41B9B30-5CF6-479E-3816-D3E9F38336CC}"/>
              </a:ext>
            </a:extLst>
          </p:cNvPr>
          <p:cNvSpPr txBox="1"/>
          <p:nvPr/>
        </p:nvSpPr>
        <p:spPr>
          <a:xfrm>
            <a:off x="9882804" y="466595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D5B4822-2B5D-45B4-95CA-0EA6A66FE970}"/>
              </a:ext>
            </a:extLst>
          </p:cNvPr>
          <p:cNvSpPr txBox="1"/>
          <p:nvPr/>
        </p:nvSpPr>
        <p:spPr>
          <a:xfrm>
            <a:off x="7981950" y="4624715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683891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69EA-612E-8E84-4E84-AD598479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414C3B6-08A5-1754-9E61-27216650F502}"/>
              </a:ext>
            </a:extLst>
          </p:cNvPr>
          <p:cNvCxnSpPr>
            <a:cxnSpLocks/>
          </p:cNvCxnSpPr>
          <p:nvPr/>
        </p:nvCxnSpPr>
        <p:spPr>
          <a:xfrm flipV="1">
            <a:off x="2057400" y="2533650"/>
            <a:ext cx="2057400" cy="70451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54EE4E7-BCDA-E8E6-91BC-0B0CCFB63159}"/>
              </a:ext>
            </a:extLst>
          </p:cNvPr>
          <p:cNvCxnSpPr>
            <a:cxnSpLocks/>
          </p:cNvCxnSpPr>
          <p:nvPr/>
        </p:nvCxnSpPr>
        <p:spPr>
          <a:xfrm flipH="1" flipV="1">
            <a:off x="1721757" y="2286000"/>
            <a:ext cx="335643" cy="95216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28D2665-3B3C-DDD0-2A42-F7BF38FBBFA1}"/>
              </a:ext>
            </a:extLst>
          </p:cNvPr>
          <p:cNvSpPr txBox="1"/>
          <p:nvPr/>
        </p:nvSpPr>
        <p:spPr>
          <a:xfrm>
            <a:off x="1270654" y="2118257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0FAFE-3CCE-84C0-5BAB-CCD77A58648C}"/>
              </a:ext>
            </a:extLst>
          </p:cNvPr>
          <p:cNvSpPr txBox="1"/>
          <p:nvPr/>
        </p:nvSpPr>
        <p:spPr>
          <a:xfrm>
            <a:off x="4081746" y="2148215"/>
            <a:ext cx="3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</a:t>
            </a:r>
          </a:p>
        </p:txBody>
      </p:sp>
      <p:pic>
        <p:nvPicPr>
          <p:cNvPr id="16" name="Picture 15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theta=90^\circ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CDE9C58C-E27C-EB7C-3CFF-B21E532073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33" y="2463825"/>
            <a:ext cx="1126400" cy="2688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EB24D2-FC8F-B68B-7FD7-0BB7FB45B6AD}"/>
              </a:ext>
            </a:extLst>
          </p:cNvPr>
          <p:cNvCxnSpPr>
            <a:cxnSpLocks/>
          </p:cNvCxnSpPr>
          <p:nvPr/>
        </p:nvCxnSpPr>
        <p:spPr>
          <a:xfrm flipV="1">
            <a:off x="2007167" y="2990850"/>
            <a:ext cx="183836" cy="63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C0784E-25FB-4781-4AEA-9C2DC7126E8A}"/>
              </a:ext>
            </a:extLst>
          </p:cNvPr>
          <p:cNvCxnSpPr>
            <a:cxnSpLocks/>
          </p:cNvCxnSpPr>
          <p:nvPr/>
        </p:nvCxnSpPr>
        <p:spPr>
          <a:xfrm>
            <a:off x="2195312" y="2981325"/>
            <a:ext cx="62113" cy="17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1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BF51FA2-E12A-60DD-BF0D-44E82FE00A32}"/>
              </a:ext>
            </a:extLst>
          </p:cNvPr>
          <p:cNvCxnSpPr/>
          <p:nvPr/>
        </p:nvCxnSpPr>
        <p:spPr>
          <a:xfrm flipV="1">
            <a:off x="676275" y="1301849"/>
            <a:ext cx="41910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35F29E9-19CB-C99C-58C5-190E57F52D14}"/>
              </a:ext>
            </a:extLst>
          </p:cNvPr>
          <p:cNvCxnSpPr/>
          <p:nvPr/>
        </p:nvCxnSpPr>
        <p:spPr>
          <a:xfrm rot="5400000" flipH="1" flipV="1">
            <a:off x="485775" y="654149"/>
            <a:ext cx="2286000" cy="19050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C863CBF-53B2-32F2-46F8-6C80DF6BAF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481927"/>
              </p:ext>
            </p:extLst>
          </p:nvPr>
        </p:nvGraphicFramePr>
        <p:xfrm>
          <a:off x="1266601" y="1911449"/>
          <a:ext cx="33564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5" imgH="177415" progId="Equation.3">
                  <p:embed/>
                </p:oleObj>
              </mc:Choice>
              <mc:Fallback>
                <p:oleObj name="Equation" r:id="rId7" imgW="126725" imgH="177415" progId="Equation.3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8523C3BD-7044-9A9F-F69A-014368C2C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601" y="1911449"/>
                        <a:ext cx="33564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8C027A-A513-1496-B6D2-73B2E50FFB56}"/>
              </a:ext>
            </a:extLst>
          </p:cNvPr>
          <p:cNvSpPr txBox="1"/>
          <p:nvPr/>
        </p:nvSpPr>
        <p:spPr>
          <a:xfrm>
            <a:off x="2244672" y="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13A75-80A9-1576-4CD3-810B72E8ED28}"/>
              </a:ext>
            </a:extLst>
          </p:cNvPr>
          <p:cNvSpPr txBox="1"/>
          <p:nvPr/>
        </p:nvSpPr>
        <p:spPr>
          <a:xfrm>
            <a:off x="4867275" y="9208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B0510EFA-49D3-A95A-207E-3F62B4EF6338}"/>
              </a:ext>
            </a:extLst>
          </p:cNvPr>
          <p:cNvSpPr/>
          <p:nvPr/>
        </p:nvSpPr>
        <p:spPr>
          <a:xfrm rot="2123154">
            <a:off x="883161" y="2359762"/>
            <a:ext cx="344742" cy="243626"/>
          </a:xfrm>
          <a:prstGeom prst="arc">
            <a:avLst>
              <a:gd name="adj1" fmla="val 1363869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definecolor{red}{RGB}{192,0,0}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mat{b}\|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5CD86C34-8B77-F7FE-512A-866571C920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01" y="950763"/>
            <a:ext cx="492800" cy="358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244F5D-181F-5062-DD8D-3461967312B8}"/>
              </a:ext>
            </a:extLst>
          </p:cNvPr>
          <p:cNvCxnSpPr/>
          <p:nvPr/>
        </p:nvCxnSpPr>
        <p:spPr>
          <a:xfrm flipV="1">
            <a:off x="6822447" y="3957073"/>
            <a:ext cx="41910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7244AE-0EC6-8A45-F391-4D5B2BCA7495}"/>
              </a:ext>
            </a:extLst>
          </p:cNvPr>
          <p:cNvCxnSpPr/>
          <p:nvPr/>
        </p:nvCxnSpPr>
        <p:spPr>
          <a:xfrm rot="5400000" flipH="1" flipV="1">
            <a:off x="6631947" y="3309373"/>
            <a:ext cx="2286000" cy="19050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8107EA20-6F28-D533-DF25-7F6506874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152938"/>
              </p:ext>
            </p:extLst>
          </p:nvPr>
        </p:nvGraphicFramePr>
        <p:xfrm>
          <a:off x="7412773" y="4566673"/>
          <a:ext cx="33564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5" imgH="177415" progId="Equation.3">
                  <p:embed/>
                </p:oleObj>
              </mc:Choice>
              <mc:Fallback>
                <p:oleObj name="Equation" r:id="rId7" imgW="126725" imgH="177415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C863CBF-53B2-32F2-46F8-6C80DF6BAF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773" y="4566673"/>
                        <a:ext cx="33564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67E4F245-4015-53DA-0E6C-A048003C900C}"/>
              </a:ext>
            </a:extLst>
          </p:cNvPr>
          <p:cNvSpPr txBox="1"/>
          <p:nvPr/>
        </p:nvSpPr>
        <p:spPr>
          <a:xfrm>
            <a:off x="8422647" y="2661673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C84BEC-409F-7C57-FDBF-75216B25F5AA}"/>
              </a:ext>
            </a:extLst>
          </p:cNvPr>
          <p:cNvSpPr txBox="1"/>
          <p:nvPr/>
        </p:nvSpPr>
        <p:spPr>
          <a:xfrm>
            <a:off x="11013447" y="357607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6CD0121-5B13-ED0D-A7B3-0A6F2A829617}"/>
              </a:ext>
            </a:extLst>
          </p:cNvPr>
          <p:cNvSpPr/>
          <p:nvPr/>
        </p:nvSpPr>
        <p:spPr>
          <a:xfrm rot="2123154">
            <a:off x="7029333" y="5014986"/>
            <a:ext cx="344742" cy="243626"/>
          </a:xfrm>
          <a:prstGeom prst="arc">
            <a:avLst>
              <a:gd name="adj1" fmla="val 1363869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operatorname{Proj}_{a}^{\,b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C06EF8A0-BFD2-BA68-72B6-C40199ADB0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647" y="5404873"/>
            <a:ext cx="729600" cy="35108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9DB1C1-E4B6-2DDA-9BCA-81AA0C03D568}"/>
              </a:ext>
            </a:extLst>
          </p:cNvPr>
          <p:cNvCxnSpPr>
            <a:cxnSpLocks/>
          </p:cNvCxnSpPr>
          <p:nvPr/>
        </p:nvCxnSpPr>
        <p:spPr>
          <a:xfrm>
            <a:off x="8727447" y="3146793"/>
            <a:ext cx="504825" cy="141988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3B4954A-762F-DAC2-2622-BA4C396AEF1C}"/>
              </a:ext>
            </a:extLst>
          </p:cNvPr>
          <p:cNvSpPr/>
          <p:nvPr/>
        </p:nvSpPr>
        <p:spPr>
          <a:xfrm rot="4248243">
            <a:off x="7969906" y="3936423"/>
            <a:ext cx="313106" cy="2642753"/>
          </a:xfrm>
          <a:prstGeom prst="rightBrace">
            <a:avLst/>
          </a:prstGeom>
          <a:ln w="127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definecolor{red}{RGB}{192,0,0}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mat{b}\|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58B31E65-CA63-E91A-C8F3-08492ADC686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773" y="3605987"/>
            <a:ext cx="492800" cy="358400"/>
          </a:xfrm>
          <a:prstGeom prst="rect">
            <a:avLst/>
          </a:prstGeom>
        </p:spPr>
      </p:pic>
      <p:pic>
        <p:nvPicPr>
          <p:cNvPr id="34" name="Picture 33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lue{\|\mat{a}\|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9E7D06EE-4539-C8F4-23E3-27EF37DA8A1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401" y="2136973"/>
            <a:ext cx="467200" cy="358400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5DDB957-59DE-FA25-FC44-1E9D788F3D36}"/>
              </a:ext>
            </a:extLst>
          </p:cNvPr>
          <p:cNvCxnSpPr/>
          <p:nvPr/>
        </p:nvCxnSpPr>
        <p:spPr>
          <a:xfrm flipV="1">
            <a:off x="552841" y="4001622"/>
            <a:ext cx="41910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E457F3-295D-4339-F139-BA1D2CEE717F}"/>
              </a:ext>
            </a:extLst>
          </p:cNvPr>
          <p:cNvCxnSpPr/>
          <p:nvPr/>
        </p:nvCxnSpPr>
        <p:spPr>
          <a:xfrm rot="5400000" flipH="1" flipV="1">
            <a:off x="362341" y="3353922"/>
            <a:ext cx="2286000" cy="19050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24BCC3F8-40B2-7396-E0AA-A50B13F95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058541"/>
              </p:ext>
            </p:extLst>
          </p:nvPr>
        </p:nvGraphicFramePr>
        <p:xfrm>
          <a:off x="1143167" y="4611222"/>
          <a:ext cx="33564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5" imgH="177415" progId="Equation.3">
                  <p:embed/>
                </p:oleObj>
              </mc:Choice>
              <mc:Fallback>
                <p:oleObj name="Equation" r:id="rId7" imgW="126725" imgH="177415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C863CBF-53B2-32F2-46F8-6C80DF6BAF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167" y="4611222"/>
                        <a:ext cx="33564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66F72B36-60B2-B15C-EB02-BE68673955D3}"/>
              </a:ext>
            </a:extLst>
          </p:cNvPr>
          <p:cNvSpPr txBox="1"/>
          <p:nvPr/>
        </p:nvSpPr>
        <p:spPr>
          <a:xfrm>
            <a:off x="4743841" y="362062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382CACF8-C7A2-B2BD-635F-30295A3A30D3}"/>
              </a:ext>
            </a:extLst>
          </p:cNvPr>
          <p:cNvSpPr/>
          <p:nvPr/>
        </p:nvSpPr>
        <p:spPr>
          <a:xfrm rot="2123154">
            <a:off x="759727" y="5059535"/>
            <a:ext cx="344742" cy="243626"/>
          </a:xfrm>
          <a:prstGeom prst="arc">
            <a:avLst>
              <a:gd name="adj1" fmla="val 1363869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0EAD9D-5B80-E0D6-8134-5733551D32A2}"/>
              </a:ext>
            </a:extLst>
          </p:cNvPr>
          <p:cNvCxnSpPr>
            <a:cxnSpLocks/>
          </p:cNvCxnSpPr>
          <p:nvPr/>
        </p:nvCxnSpPr>
        <p:spPr>
          <a:xfrm flipV="1">
            <a:off x="573030" y="5183527"/>
            <a:ext cx="773569" cy="265895"/>
          </a:xfrm>
          <a:prstGeom prst="straightConnector1">
            <a:avLst/>
          </a:prstGeom>
          <a:ln w="63500" cmpd="sng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lue{\hat{\mat{a}}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F281B8E8-B098-5606-DBA9-5325F805BC0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98" y="5419381"/>
            <a:ext cx="192000" cy="262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42BF3D2-BD04-43B6-6626-E852304E85E2}"/>
              </a:ext>
            </a:extLst>
          </p:cNvPr>
          <p:cNvSpPr txBox="1"/>
          <p:nvPr/>
        </p:nvSpPr>
        <p:spPr>
          <a:xfrm>
            <a:off x="2000641" y="2797692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7510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B3C1C40-9FE2-A900-9D3B-12793270C821}"/>
              </a:ext>
            </a:extLst>
          </p:cNvPr>
          <p:cNvCxnSpPr/>
          <p:nvPr/>
        </p:nvCxnSpPr>
        <p:spPr>
          <a:xfrm flipV="1">
            <a:off x="897897" y="1545956"/>
            <a:ext cx="41910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62BD9A-B473-3C9D-96B9-42C11C4F8251}"/>
              </a:ext>
            </a:extLst>
          </p:cNvPr>
          <p:cNvCxnSpPr/>
          <p:nvPr/>
        </p:nvCxnSpPr>
        <p:spPr>
          <a:xfrm rot="5400000" flipH="1" flipV="1">
            <a:off x="707397" y="898256"/>
            <a:ext cx="2286000" cy="19050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E4A6B88-0317-5CDB-ACAC-D05061C7B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796879"/>
              </p:ext>
            </p:extLst>
          </p:nvPr>
        </p:nvGraphicFramePr>
        <p:xfrm>
          <a:off x="1488223" y="2155556"/>
          <a:ext cx="33564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5" imgH="177415" progId="Equation.3">
                  <p:embed/>
                </p:oleObj>
              </mc:Choice>
              <mc:Fallback>
                <p:oleObj name="Equation" r:id="rId4" imgW="126725" imgH="177415" progId="Equation.3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8107EA20-6F28-D533-DF25-7F6506874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223" y="2155556"/>
                        <a:ext cx="33564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A70DBB-3EEF-0E10-F68D-34C215E9931B}"/>
              </a:ext>
            </a:extLst>
          </p:cNvPr>
          <p:cNvSpPr txBox="1"/>
          <p:nvPr/>
        </p:nvSpPr>
        <p:spPr>
          <a:xfrm>
            <a:off x="2498097" y="250556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4E2AA6-0235-1FA7-2279-C519A831DA84}"/>
              </a:ext>
            </a:extLst>
          </p:cNvPr>
          <p:cNvSpPr txBox="1"/>
          <p:nvPr/>
        </p:nvSpPr>
        <p:spPr>
          <a:xfrm>
            <a:off x="5088897" y="1164956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F4C8C0DE-48EB-CA37-56C9-80504136EE5D}"/>
              </a:ext>
            </a:extLst>
          </p:cNvPr>
          <p:cNvSpPr/>
          <p:nvPr/>
        </p:nvSpPr>
        <p:spPr>
          <a:xfrm rot="2123154">
            <a:off x="1104783" y="2603869"/>
            <a:ext cx="344742" cy="243626"/>
          </a:xfrm>
          <a:prstGeom prst="arc">
            <a:avLst>
              <a:gd name="adj1" fmla="val 1363869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operatorname{Proj}_{a}^{\,b}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074C9A33-BA08-9CED-E53F-601DC7A360D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656" y="2692359"/>
            <a:ext cx="729600" cy="35108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F7C918-C9BD-30DF-CAA1-E376A8658139}"/>
              </a:ext>
            </a:extLst>
          </p:cNvPr>
          <p:cNvCxnSpPr>
            <a:cxnSpLocks/>
          </p:cNvCxnSpPr>
          <p:nvPr/>
        </p:nvCxnSpPr>
        <p:spPr>
          <a:xfrm>
            <a:off x="2802897" y="735676"/>
            <a:ext cx="504825" cy="141988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0565A051-E4F0-8D31-0FC1-1D93F1F74692}"/>
              </a:ext>
            </a:extLst>
          </p:cNvPr>
          <p:cNvSpPr/>
          <p:nvPr/>
        </p:nvSpPr>
        <p:spPr>
          <a:xfrm rot="4248243">
            <a:off x="7830664" y="1565686"/>
            <a:ext cx="313106" cy="2590241"/>
          </a:xfrm>
          <a:prstGeom prst="rightBrac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D686CC-A2C6-79E5-075F-3DD47711635E}"/>
              </a:ext>
            </a:extLst>
          </p:cNvPr>
          <p:cNvCxnSpPr>
            <a:cxnSpLocks/>
          </p:cNvCxnSpPr>
          <p:nvPr/>
        </p:nvCxnSpPr>
        <p:spPr>
          <a:xfrm flipV="1">
            <a:off x="929385" y="2712841"/>
            <a:ext cx="773569" cy="265895"/>
          </a:xfrm>
          <a:prstGeom prst="straightConnector1">
            <a:avLst/>
          </a:prstGeom>
          <a:ln w="63500" cmpd="sng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2189C5-8339-A452-75E7-888DCBE52F11}"/>
              </a:ext>
            </a:extLst>
          </p:cNvPr>
          <p:cNvCxnSpPr>
            <a:cxnSpLocks/>
          </p:cNvCxnSpPr>
          <p:nvPr/>
        </p:nvCxnSpPr>
        <p:spPr>
          <a:xfrm flipV="1">
            <a:off x="938910" y="2148236"/>
            <a:ext cx="2368812" cy="833069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8E4A69-4C90-3DA9-58CC-052609023B59}"/>
              </a:ext>
            </a:extLst>
          </p:cNvPr>
          <p:cNvCxnSpPr>
            <a:cxnSpLocks/>
          </p:cNvCxnSpPr>
          <p:nvPr/>
        </p:nvCxnSpPr>
        <p:spPr>
          <a:xfrm flipH="1" flipV="1">
            <a:off x="2181225" y="2564476"/>
            <a:ext cx="364800" cy="303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669FE3-6C81-0949-0F4B-38CFE1EA5D51}"/>
              </a:ext>
            </a:extLst>
          </p:cNvPr>
          <p:cNvCxnSpPr/>
          <p:nvPr/>
        </p:nvCxnSpPr>
        <p:spPr>
          <a:xfrm flipV="1">
            <a:off x="6689097" y="1595645"/>
            <a:ext cx="41910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CFFA64-6EDC-0AEA-4993-FD997FB9B003}"/>
              </a:ext>
            </a:extLst>
          </p:cNvPr>
          <p:cNvCxnSpPr/>
          <p:nvPr/>
        </p:nvCxnSpPr>
        <p:spPr>
          <a:xfrm rot="5400000" flipH="1" flipV="1">
            <a:off x="6498597" y="947945"/>
            <a:ext cx="2286000" cy="19050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797C0165-01C1-FB8F-C950-91F9B375E3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477683"/>
              </p:ext>
            </p:extLst>
          </p:nvPr>
        </p:nvGraphicFramePr>
        <p:xfrm>
          <a:off x="7279423" y="2205245"/>
          <a:ext cx="33564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5" imgH="177415" progId="Equation.3">
                  <p:embed/>
                </p:oleObj>
              </mc:Choice>
              <mc:Fallback>
                <p:oleObj name="Equation" r:id="rId4" imgW="126725" imgH="177415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E4A6B88-0317-5CDB-ACAC-D05061C7BC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9423" y="2205245"/>
                        <a:ext cx="33564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126DE4D4-6593-7439-0B68-E8A676CF8F87}"/>
              </a:ext>
            </a:extLst>
          </p:cNvPr>
          <p:cNvSpPr txBox="1"/>
          <p:nvPr/>
        </p:nvSpPr>
        <p:spPr>
          <a:xfrm>
            <a:off x="8289297" y="300245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A3982B-96AF-43CD-090A-76595BD8F857}"/>
              </a:ext>
            </a:extLst>
          </p:cNvPr>
          <p:cNvSpPr txBox="1"/>
          <p:nvPr/>
        </p:nvSpPr>
        <p:spPr>
          <a:xfrm>
            <a:off x="10880097" y="1214645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9F2D7861-66E4-0428-0FC2-06D0C774A57B}"/>
              </a:ext>
            </a:extLst>
          </p:cNvPr>
          <p:cNvSpPr/>
          <p:nvPr/>
        </p:nvSpPr>
        <p:spPr>
          <a:xfrm rot="2123154">
            <a:off x="6895983" y="2653558"/>
            <a:ext cx="344742" cy="243626"/>
          </a:xfrm>
          <a:prstGeom prst="arc">
            <a:avLst>
              <a:gd name="adj1" fmla="val 13638694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operatorname{Proj}_{a}^{\,b}\|}&#10;$$&#10;%%%%%%%%%%%%%%%%%%%%%%%%%%%%%%%%%%%%%%%%%%%%%%%%%%&#10;\end{document}" title="IguanaTex Picture Display">
            <a:extLst>
              <a:ext uri="{FF2B5EF4-FFF2-40B4-BE49-F238E27FC236}">
                <a16:creationId xmlns:a16="http://schemas.microsoft.com/office/drawing/2014/main" id="{57B73C8A-0D33-C30C-7DEC-57C13BCAF2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51" y="3046077"/>
            <a:ext cx="1080685" cy="356572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89FD16-65F1-EFD0-A391-1276B2935C24}"/>
              </a:ext>
            </a:extLst>
          </p:cNvPr>
          <p:cNvCxnSpPr>
            <a:cxnSpLocks/>
          </p:cNvCxnSpPr>
          <p:nvPr/>
        </p:nvCxnSpPr>
        <p:spPr>
          <a:xfrm>
            <a:off x="8594097" y="785365"/>
            <a:ext cx="504825" cy="141988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C05FCDE-A545-024F-5C95-5F0EAD840FFA}"/>
              </a:ext>
            </a:extLst>
          </p:cNvPr>
          <p:cNvCxnSpPr>
            <a:cxnSpLocks/>
          </p:cNvCxnSpPr>
          <p:nvPr/>
        </p:nvCxnSpPr>
        <p:spPr>
          <a:xfrm flipV="1">
            <a:off x="6720585" y="2762530"/>
            <a:ext cx="773569" cy="265895"/>
          </a:xfrm>
          <a:prstGeom prst="straightConnector1">
            <a:avLst/>
          </a:prstGeom>
          <a:ln w="63500" cmpd="sng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C35B26-0548-C0F8-5889-D4FC7BE27A04}"/>
              </a:ext>
            </a:extLst>
          </p:cNvPr>
          <p:cNvCxnSpPr>
            <a:cxnSpLocks/>
          </p:cNvCxnSpPr>
          <p:nvPr/>
        </p:nvCxnSpPr>
        <p:spPr>
          <a:xfrm flipV="1">
            <a:off x="6730110" y="2207450"/>
            <a:ext cx="2368812" cy="833069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37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223.472"/>
  <p:tag name="ORIGINALWIDTH" val=" 164.9794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v}=&#10;\begin{bmatrix}v_1\\v_2\\\vdots\\v_n\end{bmatrix}&#10;$$&#10;%%%%%%%%%%%%%%%%%%%%%%%%%%%%%%%%%%%%%%%%%%%%%%%%%%&#10;\end{document}"/>
  <p:tag name="IGUANATEXSIZE" val="20"/>
  <p:tag name="IGUANATEXCURSOR" val="1623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18.74764"/>
  <p:tag name="ORIGINALWIDTH" val=" 23.99701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v}&#10;$$&#10;%%%%%%%%%%%%%%%%%%%%%%%%%%%%%%%%%%%%%%%%%%%%%%%%%%&#10;\end{document}"/>
  <p:tag name="IGUANATEXSIZE" val="24"/>
  <p:tag name="IGUANATEXCURSOR" val="1585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1.99472"/>
  <p:tag name="ORIGINALWIDTH" val=" 56.99291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|\mat{v}\|&#10;$$&#10;%%%%%%%%%%%%%%%%%%%%%%%%%%%%%%%%%%%%%%%%%%%%%%%%%%&#10;\end{document}"/>
  <p:tag name="IGUANATEXSIZE" val="24"/>
  <p:tag name="IGUANATEXCURSOR" val="1589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223.472"/>
  <p:tag name="ORIGINALWIDTH" val=" 182.9771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egin{bmatrix}v_1\\v_2\\\vdots\\v_n\end{bmatrix}\:=\:\mat{v}&#10;$$&#10;%%%%%%%%%%%%%%%%%%%%%%%%%%%%%%%%%%%%%%%%%%%%%%%%%%&#10;\end{document}"/>
  <p:tag name="IGUANATEXSIZE" val="20"/>
  <p:tag name="IGUANATEXCURSOR" val="1639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86.23921"/>
  <p:tag name="ORIGINALWIDTH" val=" 171.7285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\hat{v}}\:=\:\dfrac{\mat{v}}{\|\mat{v}\|}&#10;$$&#10;%%%%%%%%%%%%%%%%%%%%%%%%%%%%%%%%%%%%%%%%%%%%%%%%%%&#10;\end{document}"/>
  <p:tag name="IGUANATEXSIZE" val="24"/>
  <p:tag name="IGUANATEXCURSOR" val="1624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18.74764"/>
  <p:tag name="ORIGINALWIDTH" val=" 23.99701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mat{v}&#10;$$&#10;%%%%%%%%%%%%%%%%%%%%%%%%%%%%%%%%%%%%%%%%%%%%%%%%%%&#10;\end{document}"/>
  <p:tag name="IGUANATEXSIZE" val="20"/>
  <p:tag name="IGUANATEXCURSOR" val="1585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29.24638"/>
  <p:tag name="ORIGINALWIDTH" val=" 23.99701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mat{\hat{v}}}&#10;$$&#10;%%%%%%%%%%%%%%%%%%%%%%%%%%%%%%%%%%%%%%%%%%%%%%%%%%&#10;\end{document}"/>
  <p:tag name="IGUANATEXSIZE" val="20"/>
  <p:tag name="IGUANATEXCURSOR" val="1583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1.99472"/>
  <p:tag name="ORIGINALWIDTH" val=" 56.99291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lue{\|\mat{v}\|}&#10;$$&#10;%%%%%%%%%%%%%%%%%%%%%%%%%%%%%%%%%%%%%%%%%%%%%%%%%%&#10;\end{document}"/>
  <p:tag name="IGUANATEXSIZE" val="28"/>
  <p:tag name="IGUANATEXCURSOR" val="1592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1.99472"/>
  <p:tag name="ORIGINALWIDTH" val=" 57.74276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definecolor{red}{RGB}{192,0,0}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mat{u}\|}&#10;$$&#10;%%%%%%%%%%%%%%%%%%%%%%%%%%%%%%%%%%%%%%%%%%%%%%%%%%&#10;\end{document}"/>
  <p:tag name="IGUANATEXSIZE" val="28"/>
  <p:tag name="IGUANATEXCURSOR" val="1623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1.99472"/>
  <p:tag name="ORIGINALWIDTH" val=" 209.9738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theta=\angle\left(\mat{v},\mat{u}\right)&#10;$$&#10;%%%%%%%%%%%%%%%%%%%%%%%%%%%%%%%%%%%%%%%%%%%%%%%%%%&#10;\end{document}"/>
  <p:tag name="IGUANATEXSIZE" val="28"/>
  <p:tag name="IGUANATEXCURSOR" val="1611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31.49606"/>
  <p:tag name="ORIGINALWIDTH" val=" 131.9835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theta=90^\circ&#10;$$&#10;%%%%%%%%%%%%%%%%%%%%%%%%%%%%%%%%%%%%%%%%%%%%%%%%%%&#10;\end{document}"/>
  <p:tag name="IGUANATEXSIZE" val="28"/>
  <p:tag name="IGUANATEXCURSOR" val="1588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1.99472"/>
  <p:tag name="ORIGINALWIDTH" val=" 57.74276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definecolor{red}{RGB}{192,0,0}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mat{b}\|}&#10;$$&#10;%%%%%%%%%%%%%%%%%%%%%%%%%%%%%%%%%%%%%%%%%%%%%%%%%%&#10;\end{document}"/>
  <p:tag name="IGUANATEXSIZE" val="28"/>
  <p:tag name="IGUANATEXCURSOR" val="1623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7.99401"/>
  <p:tag name="ORIGINALWIDTH" val=" 99.73756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operatorname{Proj}_{a}^{\,b}&#10;$$&#10;%%%%%%%%%%%%%%%%%%%%%%%%%%%%%%%%%%%%%%%%%%%%%%%%%%&#10;\end{document}"/>
  <p:tag name="IGUANATEXSIZE" val="24"/>
  <p:tag name="IGUANATEXCURSOR" val="1607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1.99472"/>
  <p:tag name="ORIGINALWIDTH" val=" 57.74276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definecolor{red}{RGB}{192,0,0}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mat{b}\|}&#10;$$&#10;%%%%%%%%%%%%%%%%%%%%%%%%%%%%%%%%%%%%%%%%%%%%%%%%%%&#10;\end{document}"/>
  <p:tag name="IGUANATEXSIZE" val="28"/>
  <p:tag name="IGUANATEXCURSOR" val="1623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1.99472"/>
  <p:tag name="ORIGINALWIDTH" val=" 54.74315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lue{\|\mat{a}\|}&#10;$$&#10;%%%%%%%%%%%%%%%%%%%%%%%%%%%%%%%%%%%%%%%%%%%%%%%%%%&#10;\end{document}"/>
  <p:tag name="IGUANATEXSIZE" val="28"/>
  <p:tag name="IGUANATEXCURSOR" val="1592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30.74614"/>
  <p:tag name="ORIGINALWIDTH" val=" 22.49717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blue{\hat{\mat{a}}}&#10;$$&#10;%%%%%%%%%%%%%%%%%%%%%%%%%%%%%%%%%%%%%%%%%%%%%%%%%%&#10;\end{document}"/>
  <p:tag name="IGUANATEXSIZE" val="28"/>
  <p:tag name="IGUANATEXCURSOR" val="1597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7.99401"/>
  <p:tag name="ORIGINALWIDTH" val=" 99.73756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operatorname{Proj}_{a}^{\,b}}&#10;$$&#10;%%%%%%%%%%%%%%%%%%%%%%%%%%%%%%%%%%%%%%%%%%%%%%%%%%&#10;\end{document}"/>
  <p:tag name="IGUANATEXSIZE" val="24"/>
  <p:tag name="IGUANATEXCURSOR" val="1583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400"/>
  <p:tag name="ORIGINALHEIGHT" val=" 48.74394"/>
  <p:tag name="ORIGINALWIDTH" val=" 147.7315"/>
  <p:tag name="OUTPUTTYPE" val="PNG"/>
  <p:tag name="IGUANATEXVERSION" val="162"/>
  <p:tag name="LATEXADDIN" val="\documentclass[border=5mm,varwidth,margin=10pt]{standalone}&#10;%\documentclass{article}&#10;\usepackage{amssymb,amsthm,mathtools,cases,amsmath,amsfonts}&#10;\usepackage{graphicx,IEEEtrantools}&#10;\usepackage[dvipsnames]{xcolor}&#10;\usepackage{textcomp}&#10;\usepackage[caption=false,font=normalsize,labelfont=sf,textfont=sf]{subfig}&#10;\usepackage{stfloats} % For controlling float placement (e.g., [H])&#10;\usepackage{booktabs,multirow,longtable,array,soul}&#10;\usepackage{siunitx}   % For SI units, e.g., \SI{10}{\micro\second}&#10;\usepackage{verbatim}  % For comment environment&#10;\usepackage{url}       % For typesetting URLs&#10;\usepackage{enumitem}&#10;\usepackage{algorithmic,algorithm}&#10;\usepackage{listings}  % For code listings&#10;% Theorem-like environments&#10;\newtheorem{theorem}{Theorem}&#10;\newtheorem{lemma}{Lemma}&#10;\newtheorem{proposition}{Proposition}&#10;\newtheorem{corollary}{Corollary}&#10;\newtheorem{definition}{Definition}&#10;% Custom commands (short-hands)&#10;\newcommand{\mat}[1]{\mathbf{#1}}&#10;\DeclareMathOperator{\Err}{\mathcal{E}_\mathit{rr}} % Math operator for error&#10;% Custom color commands (optional, for convenience)&#10;\newcommand{\red}[1]{\textcolor{red}{#1}}&#10;\newcommand{\blue}[1]{\textcolor{blue}{#1}}&#10;\newcommand{\green}[1]{\textcolor{green}{#1}}&#10;% --- Hyperref (Load last for compatibility) ---&#10;\usepackage{hyperref}&#10;\hypersetup{colorlinks=true,linkcolor=blue,    filecolor=magenta, urlcolor=cyan}&#10;\newcommand{\bs}[1]{\mbox{$\boldsymbol{#1}$}}&#10;\newcommand{\op}[1]{\operatorname{#1}}&#10;\def\trieq{\buildrel \Delta \over =}&#10;\begin{document}&#10;\pagestyle{empty}&#10;%%%%%%%%%%%%%%%%%%%%%%%%%%%%%%%%%%%%%%%%%%%%%%%%%%&#10;$$&#10;\red{\|\operatorname{Proj}_{a}^{\,b}\|}&#10;$$&#10;%%%%%%%%%%%%%%%%%%%%%%%%%%%%%%%%%%%%%%%%%%%%%%%%%%&#10;\end{document}"/>
  <p:tag name="IGUANATEXSIZE" val="24"/>
  <p:tag name="IGUANATEXCURSOR" val="1616"/>
  <p:tag name="TRANSPARENCY" val="True"/>
  <p:tag name="CHOOSECOLOR" val="False"/>
  <p:tag name="COLORHEX" val="000000"/>
  <p:tag name="FILENAME" val="C:\SBN\_IguanaTex\_main2.tex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16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</vt:vector>
  </TitlesOfParts>
  <Company>Siemens Digital Industries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Nouri, Behzad (DI SW EDA CIC R&amp;D SIM1 11)</dc:creator>
  <cp:lastModifiedBy>Nouri, Behzad (DI SW EDA IC CIC R&amp;D SIM1 11)</cp:lastModifiedBy>
  <cp:revision>12</cp:revision>
  <dcterms:created xsi:type="dcterms:W3CDTF">2026-02-26T03:40:03Z</dcterms:created>
  <dcterms:modified xsi:type="dcterms:W3CDTF">2026-03-19T16:47:37Z</dcterms:modified>
</cp:coreProperties>
</file>